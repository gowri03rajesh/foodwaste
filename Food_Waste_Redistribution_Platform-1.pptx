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81" r:id="rId4"/>
    <p:sldId id="259" r:id="rId5"/>
    <p:sldId id="275" r:id="rId6"/>
    <p:sldId id="258" r:id="rId7"/>
    <p:sldId id="260" r:id="rId8"/>
    <p:sldId id="282" r:id="rId9"/>
    <p:sldId id="261" r:id="rId10"/>
    <p:sldId id="274" r:id="rId11"/>
    <p:sldId id="272" r:id="rId12"/>
    <p:sldId id="283" r:id="rId13"/>
    <p:sldId id="271" r:id="rId14"/>
    <p:sldId id="262" r:id="rId15"/>
    <p:sldId id="264" r:id="rId16"/>
    <p:sldId id="263" r:id="rId17"/>
    <p:sldId id="295" r:id="rId18"/>
    <p:sldId id="294" r:id="rId19"/>
    <p:sldId id="266" r:id="rId20"/>
    <p:sldId id="267" r:id="rId21"/>
    <p:sldId id="296" r:id="rId22"/>
    <p:sldId id="268" r:id="rId23"/>
    <p:sldId id="269" r:id="rId24"/>
    <p:sldId id="270" r:id="rId25"/>
    <p:sldId id="273" r:id="rId26"/>
    <p:sldId id="284" r:id="rId27"/>
    <p:sldId id="285" r:id="rId28"/>
    <p:sldId id="286" r:id="rId29"/>
    <p:sldId id="276" r:id="rId30"/>
    <p:sldId id="279" r:id="rId31"/>
    <p:sldId id="280" r:id="rId32"/>
    <p:sldId id="292" r:id="rId33"/>
    <p:sldId id="287" r:id="rId34"/>
    <p:sldId id="293" r:id="rId35"/>
    <p:sldId id="288" r:id="rId36"/>
    <p:sldId id="277" r:id="rId37"/>
    <p:sldId id="290" r:id="rId38"/>
    <p:sldId id="289" r:id="rId39"/>
    <p:sldId id="278" r:id="rId4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653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2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WRI RAJESH" userId="bae7874a225df291" providerId="LiveId" clId="{E143BBC4-05A0-4EC3-9E8C-F2659A232F28}"/>
    <pc:docChg chg="undo custSel addSld delSld modSld sldOrd">
      <pc:chgData name="GOWRI RAJESH" userId="bae7874a225df291" providerId="LiveId" clId="{E143BBC4-05A0-4EC3-9E8C-F2659A232F28}" dt="2026-10-23T00:36:54.565" v="293" actId="2696"/>
      <pc:docMkLst>
        <pc:docMk/>
      </pc:docMkLst>
      <pc:sldChg chg="modSp mod">
        <pc:chgData name="GOWRI RAJESH" userId="bae7874a225df291" providerId="LiveId" clId="{E143BBC4-05A0-4EC3-9E8C-F2659A232F28}" dt="2026-10-03T17:34:56.607" v="14" actId="2711"/>
        <pc:sldMkLst>
          <pc:docMk/>
          <pc:sldMk cId="0" sldId="256"/>
        </pc:sldMkLst>
        <pc:spChg chg="mod">
          <ac:chgData name="GOWRI RAJESH" userId="bae7874a225df291" providerId="LiveId" clId="{E143BBC4-05A0-4EC3-9E8C-F2659A232F28}" dt="2026-10-03T17:31:17.044" v="11" actId="2711"/>
          <ac:spMkLst>
            <pc:docMk/>
            <pc:sldMk cId="0" sldId="256"/>
            <ac:spMk id="3" creationId="{00000000-0000-0000-0000-000000000000}"/>
          </ac:spMkLst>
        </pc:spChg>
        <pc:spChg chg="mod">
          <ac:chgData name="GOWRI RAJESH" userId="bae7874a225df291" providerId="LiveId" clId="{E143BBC4-05A0-4EC3-9E8C-F2659A232F28}" dt="2026-10-03T17:34:56.607" v="14" actId="2711"/>
          <ac:spMkLst>
            <pc:docMk/>
            <pc:sldMk cId="0" sldId="256"/>
            <ac:spMk id="4" creationId="{00000000-0000-0000-0000-000000000000}"/>
          </ac:spMkLst>
        </pc:spChg>
        <pc:spChg chg="mod">
          <ac:chgData name="GOWRI RAJESH" userId="bae7874a225df291" providerId="LiveId" clId="{E143BBC4-05A0-4EC3-9E8C-F2659A232F28}" dt="2026-10-03T17:33:28.201" v="12" actId="2711"/>
          <ac:spMkLst>
            <pc:docMk/>
            <pc:sldMk cId="0" sldId="256"/>
            <ac:spMk id="5" creationId="{00000000-0000-0000-0000-000000000000}"/>
          </ac:spMkLst>
        </pc:spChg>
      </pc:sldChg>
      <pc:sldChg chg="modSp mod">
        <pc:chgData name="GOWRI RAJESH" userId="bae7874a225df291" providerId="LiveId" clId="{E143BBC4-05A0-4EC3-9E8C-F2659A232F28}" dt="2026-10-03T17:36:40.597" v="16" actId="2711"/>
        <pc:sldMkLst>
          <pc:docMk/>
          <pc:sldMk cId="0" sldId="257"/>
        </pc:sldMkLst>
        <pc:spChg chg="mod">
          <ac:chgData name="GOWRI RAJESH" userId="bae7874a225df291" providerId="LiveId" clId="{E143BBC4-05A0-4EC3-9E8C-F2659A232F28}" dt="2026-10-03T17:35:55.093" v="15" actId="2711"/>
          <ac:spMkLst>
            <pc:docMk/>
            <pc:sldMk cId="0" sldId="257"/>
            <ac:spMk id="4" creationId="{00000000-0000-0000-0000-000000000000}"/>
          </ac:spMkLst>
        </pc:spChg>
        <pc:spChg chg="mod">
          <ac:chgData name="GOWRI RAJESH" userId="bae7874a225df291" providerId="LiveId" clId="{E143BBC4-05A0-4EC3-9E8C-F2659A232F28}" dt="2026-10-03T17:36:40.597" v="16" actId="2711"/>
          <ac:spMkLst>
            <pc:docMk/>
            <pc:sldMk cId="0" sldId="257"/>
            <ac:spMk id="5" creationId="{00000000-0000-0000-0000-000000000000}"/>
          </ac:spMkLst>
        </pc:spChg>
        <pc:picChg chg="mod">
          <ac:chgData name="GOWRI RAJESH" userId="bae7874a225df291" providerId="LiveId" clId="{E143BBC4-05A0-4EC3-9E8C-F2659A232F28}" dt="2026-10-03T17:03:25.579" v="9" actId="1076"/>
          <ac:picMkLst>
            <pc:docMk/>
            <pc:sldMk cId="0" sldId="257"/>
            <ac:picMk id="3" creationId="{00000000-0000-0000-0000-000000000000}"/>
          </ac:picMkLst>
        </pc:picChg>
      </pc:sldChg>
      <pc:sldChg chg="modSp mod">
        <pc:chgData name="GOWRI RAJESH" userId="bae7874a225df291" providerId="LiveId" clId="{E143BBC4-05A0-4EC3-9E8C-F2659A232F28}" dt="2026-10-03T17:45:44.671" v="30" actId="2711"/>
        <pc:sldMkLst>
          <pc:docMk/>
          <pc:sldMk cId="0" sldId="258"/>
        </pc:sldMkLst>
        <pc:spChg chg="mod">
          <ac:chgData name="GOWRI RAJESH" userId="bae7874a225df291" providerId="LiveId" clId="{E143BBC4-05A0-4EC3-9E8C-F2659A232F28}" dt="2026-10-03T17:45:14.657" v="29" actId="2711"/>
          <ac:spMkLst>
            <pc:docMk/>
            <pc:sldMk cId="0" sldId="258"/>
            <ac:spMk id="4" creationId="{00000000-0000-0000-0000-000000000000}"/>
          </ac:spMkLst>
        </pc:spChg>
        <pc:spChg chg="mod">
          <ac:chgData name="GOWRI RAJESH" userId="bae7874a225df291" providerId="LiveId" clId="{E143BBC4-05A0-4EC3-9E8C-F2659A232F28}" dt="2026-10-03T17:45:44.671" v="30" actId="2711"/>
          <ac:spMkLst>
            <pc:docMk/>
            <pc:sldMk cId="0" sldId="258"/>
            <ac:spMk id="5" creationId="{00000000-0000-0000-0000-000000000000}"/>
          </ac:spMkLst>
        </pc:spChg>
      </pc:sldChg>
      <pc:sldChg chg="modSp mod">
        <pc:chgData name="GOWRI RAJESH" userId="bae7874a225df291" providerId="LiveId" clId="{E143BBC4-05A0-4EC3-9E8C-F2659A232F28}" dt="2026-10-03T17:40:17.239" v="24" actId="2711"/>
        <pc:sldMkLst>
          <pc:docMk/>
          <pc:sldMk cId="0" sldId="259"/>
        </pc:sldMkLst>
        <pc:spChg chg="mod">
          <ac:chgData name="GOWRI RAJESH" userId="bae7874a225df291" providerId="LiveId" clId="{E143BBC4-05A0-4EC3-9E8C-F2659A232F28}" dt="2026-10-03T17:39:45.666" v="23" actId="2711"/>
          <ac:spMkLst>
            <pc:docMk/>
            <pc:sldMk cId="0" sldId="259"/>
            <ac:spMk id="4" creationId="{00000000-0000-0000-0000-000000000000}"/>
          </ac:spMkLst>
        </pc:spChg>
        <pc:spChg chg="mod">
          <ac:chgData name="GOWRI RAJESH" userId="bae7874a225df291" providerId="LiveId" clId="{E143BBC4-05A0-4EC3-9E8C-F2659A232F28}" dt="2026-10-03T17:40:17.239" v="24" actId="2711"/>
          <ac:spMkLst>
            <pc:docMk/>
            <pc:sldMk cId="0" sldId="259"/>
            <ac:spMk id="5" creationId="{00000000-0000-0000-0000-000000000000}"/>
          </ac:spMkLst>
        </pc:spChg>
      </pc:sldChg>
      <pc:sldChg chg="modSp mod">
        <pc:chgData name="GOWRI RAJESH" userId="bae7874a225df291" providerId="LiveId" clId="{E143BBC4-05A0-4EC3-9E8C-F2659A232F28}" dt="2026-10-03T17:47:04.996" v="34" actId="1036"/>
        <pc:sldMkLst>
          <pc:docMk/>
          <pc:sldMk cId="0" sldId="260"/>
        </pc:sldMkLst>
        <pc:spChg chg="mod">
          <ac:chgData name="GOWRI RAJESH" userId="bae7874a225df291" providerId="LiveId" clId="{E143BBC4-05A0-4EC3-9E8C-F2659A232F28}" dt="2026-10-03T17:47:04.996" v="34" actId="1036"/>
          <ac:spMkLst>
            <pc:docMk/>
            <pc:sldMk cId="0" sldId="260"/>
            <ac:spMk id="2" creationId="{00000000-0000-0000-0000-000000000000}"/>
          </ac:spMkLst>
        </pc:spChg>
        <pc:spChg chg="mod">
          <ac:chgData name="GOWRI RAJESH" userId="bae7874a225df291" providerId="LiveId" clId="{E143BBC4-05A0-4EC3-9E8C-F2659A232F28}" dt="2026-10-03T17:46:25.239" v="32" actId="2711"/>
          <ac:spMkLst>
            <pc:docMk/>
            <pc:sldMk cId="0" sldId="260"/>
            <ac:spMk id="4" creationId="{00000000-0000-0000-0000-000000000000}"/>
          </ac:spMkLst>
        </pc:spChg>
        <pc:spChg chg="mod">
          <ac:chgData name="GOWRI RAJESH" userId="bae7874a225df291" providerId="LiveId" clId="{E143BBC4-05A0-4EC3-9E8C-F2659A232F28}" dt="2026-10-03T17:46:48.378" v="33" actId="2711"/>
          <ac:spMkLst>
            <pc:docMk/>
            <pc:sldMk cId="0" sldId="260"/>
            <ac:spMk id="5" creationId="{00000000-0000-0000-0000-000000000000}"/>
          </ac:spMkLst>
        </pc:spChg>
      </pc:sldChg>
      <pc:sldChg chg="modSp mod">
        <pc:chgData name="GOWRI RAJESH" userId="bae7874a225df291" providerId="LiveId" clId="{E143BBC4-05A0-4EC3-9E8C-F2659A232F28}" dt="2026-10-03T17:50:31.675" v="59" actId="2711"/>
        <pc:sldMkLst>
          <pc:docMk/>
          <pc:sldMk cId="0" sldId="261"/>
        </pc:sldMkLst>
        <pc:spChg chg="mod">
          <ac:chgData name="GOWRI RAJESH" userId="bae7874a225df291" providerId="LiveId" clId="{E143BBC4-05A0-4EC3-9E8C-F2659A232F28}" dt="2026-10-03T17:50:31.675" v="59" actId="2711"/>
          <ac:spMkLst>
            <pc:docMk/>
            <pc:sldMk cId="0" sldId="261"/>
            <ac:spMk id="2" creationId="{00000000-0000-0000-0000-000000000000}"/>
          </ac:spMkLst>
        </pc:spChg>
      </pc:sldChg>
      <pc:sldChg chg="modSp mod">
        <pc:chgData name="GOWRI RAJESH" userId="bae7874a225df291" providerId="LiveId" clId="{E143BBC4-05A0-4EC3-9E8C-F2659A232F28}" dt="2026-10-06T00:42:18.438" v="258" actId="1036"/>
        <pc:sldMkLst>
          <pc:docMk/>
          <pc:sldMk cId="0" sldId="262"/>
        </pc:sldMkLst>
        <pc:spChg chg="mod">
          <ac:chgData name="GOWRI RAJESH" userId="bae7874a225df291" providerId="LiveId" clId="{E143BBC4-05A0-4EC3-9E8C-F2659A232F28}" dt="2026-10-03T18:06:00.251" v="94" actId="255"/>
          <ac:spMkLst>
            <pc:docMk/>
            <pc:sldMk cId="0" sldId="262"/>
            <ac:spMk id="3" creationId="{00000000-0000-0000-0000-000000000000}"/>
          </ac:spMkLst>
        </pc:spChg>
        <pc:picChg chg="mod">
          <ac:chgData name="GOWRI RAJESH" userId="bae7874a225df291" providerId="LiveId" clId="{E143BBC4-05A0-4EC3-9E8C-F2659A232F28}" dt="2026-10-06T00:42:18.438" v="258" actId="1036"/>
          <ac:picMkLst>
            <pc:docMk/>
            <pc:sldMk cId="0" sldId="262"/>
            <ac:picMk id="7" creationId="{EDAD0A99-3739-E98A-7B26-76D1E409A228}"/>
          </ac:picMkLst>
        </pc:picChg>
      </pc:sldChg>
      <pc:sldChg chg="addSp delSp modSp mod">
        <pc:chgData name="GOWRI RAJESH" userId="bae7874a225df291" providerId="LiveId" clId="{E143BBC4-05A0-4EC3-9E8C-F2659A232F28}" dt="2026-10-05T00:36:36.837" v="182" actId="14100"/>
        <pc:sldMkLst>
          <pc:docMk/>
          <pc:sldMk cId="0" sldId="263"/>
        </pc:sldMkLst>
        <pc:spChg chg="mod">
          <ac:chgData name="GOWRI RAJESH" userId="bae7874a225df291" providerId="LiveId" clId="{E143BBC4-05A0-4EC3-9E8C-F2659A232F28}" dt="2026-10-03T18:06:52.926" v="96" actId="255"/>
          <ac:spMkLst>
            <pc:docMk/>
            <pc:sldMk cId="0" sldId="263"/>
            <ac:spMk id="3" creationId="{00000000-0000-0000-0000-000000000000}"/>
          </ac:spMkLst>
        </pc:spChg>
        <pc:picChg chg="add mod">
          <ac:chgData name="GOWRI RAJESH" userId="bae7874a225df291" providerId="LiveId" clId="{E143BBC4-05A0-4EC3-9E8C-F2659A232F28}" dt="2026-10-05T00:36:36.837" v="182" actId="14100"/>
          <ac:picMkLst>
            <pc:docMk/>
            <pc:sldMk cId="0" sldId="263"/>
            <ac:picMk id="5" creationId="{F0CBD42D-218F-685B-6E04-7483F16B3908}"/>
          </ac:picMkLst>
        </pc:picChg>
      </pc:sldChg>
      <pc:sldChg chg="addSp delSp modSp mod">
        <pc:chgData name="GOWRI RAJESH" userId="bae7874a225df291" providerId="LiveId" clId="{E143BBC4-05A0-4EC3-9E8C-F2659A232F28}" dt="2026-10-05T03:45:01.951" v="253" actId="1076"/>
        <pc:sldMkLst>
          <pc:docMk/>
          <pc:sldMk cId="0" sldId="264"/>
        </pc:sldMkLst>
        <pc:spChg chg="mod">
          <ac:chgData name="GOWRI RAJESH" userId="bae7874a225df291" providerId="LiveId" clId="{E143BBC4-05A0-4EC3-9E8C-F2659A232F28}" dt="2026-10-03T18:06:26.272" v="95" actId="255"/>
          <ac:spMkLst>
            <pc:docMk/>
            <pc:sldMk cId="0" sldId="264"/>
            <ac:spMk id="3" creationId="{00000000-0000-0000-0000-000000000000}"/>
          </ac:spMkLst>
        </pc:spChg>
        <pc:spChg chg="add mod">
          <ac:chgData name="GOWRI RAJESH" userId="bae7874a225df291" providerId="LiveId" clId="{E143BBC4-05A0-4EC3-9E8C-F2659A232F28}" dt="2026-10-05T03:39:23.814" v="215" actId="1076"/>
          <ac:spMkLst>
            <pc:docMk/>
            <pc:sldMk cId="0" sldId="264"/>
            <ac:spMk id="4" creationId="{F439D9CA-453C-1E4E-EA12-21FD0BBC1B7A}"/>
          </ac:spMkLst>
        </pc:spChg>
        <pc:spChg chg="add mod">
          <ac:chgData name="GOWRI RAJESH" userId="bae7874a225df291" providerId="LiveId" clId="{E143BBC4-05A0-4EC3-9E8C-F2659A232F28}" dt="2026-10-05T03:40:50.943" v="226" actId="14100"/>
          <ac:spMkLst>
            <pc:docMk/>
            <pc:sldMk cId="0" sldId="264"/>
            <ac:spMk id="13" creationId="{F045C5A3-F5BC-BA97-8B96-D2E23D2CE535}"/>
          </ac:spMkLst>
        </pc:spChg>
        <pc:spChg chg="add mod">
          <ac:chgData name="GOWRI RAJESH" userId="bae7874a225df291" providerId="LiveId" clId="{E143BBC4-05A0-4EC3-9E8C-F2659A232F28}" dt="2026-10-05T03:42:33.208" v="233" actId="1076"/>
          <ac:spMkLst>
            <pc:docMk/>
            <pc:sldMk cId="0" sldId="264"/>
            <ac:spMk id="14" creationId="{563482F9-245F-B173-1601-E99E0976F2D6}"/>
          </ac:spMkLst>
        </pc:spChg>
        <pc:spChg chg="add mod">
          <ac:chgData name="GOWRI RAJESH" userId="bae7874a225df291" providerId="LiveId" clId="{E143BBC4-05A0-4EC3-9E8C-F2659A232F28}" dt="2026-10-05T03:43:29.806" v="241" actId="14100"/>
          <ac:spMkLst>
            <pc:docMk/>
            <pc:sldMk cId="0" sldId="264"/>
            <ac:spMk id="15" creationId="{29C657D3-373E-3C03-752B-B2740CC3103B}"/>
          </ac:spMkLst>
        </pc:spChg>
        <pc:spChg chg="add mod">
          <ac:chgData name="GOWRI RAJESH" userId="bae7874a225df291" providerId="LiveId" clId="{E143BBC4-05A0-4EC3-9E8C-F2659A232F28}" dt="2026-10-05T03:44:19.753" v="246" actId="14100"/>
          <ac:spMkLst>
            <pc:docMk/>
            <pc:sldMk cId="0" sldId="264"/>
            <ac:spMk id="16" creationId="{2AFBE3A0-2E3D-B621-69E3-FDC5C22C02E2}"/>
          </ac:spMkLst>
        </pc:spChg>
        <pc:spChg chg="add mod">
          <ac:chgData name="GOWRI RAJESH" userId="bae7874a225df291" providerId="LiveId" clId="{E143BBC4-05A0-4EC3-9E8C-F2659A232F28}" dt="2026-10-05T03:45:01.951" v="253" actId="1076"/>
          <ac:spMkLst>
            <pc:docMk/>
            <pc:sldMk cId="0" sldId="264"/>
            <ac:spMk id="17" creationId="{B83AAFF6-A3BD-F4A5-FB9C-3CA377FF69A3}"/>
          </ac:spMkLst>
        </pc:spChg>
        <pc:picChg chg="add mod">
          <ac:chgData name="GOWRI RAJESH" userId="bae7874a225df291" providerId="LiveId" clId="{E143BBC4-05A0-4EC3-9E8C-F2659A232F28}" dt="2026-10-05T00:33:46.887" v="176" actId="14100"/>
          <ac:picMkLst>
            <pc:docMk/>
            <pc:sldMk cId="0" sldId="264"/>
            <ac:picMk id="6" creationId="{02DDD804-84E4-94F5-153F-38F0C5171062}"/>
          </ac:picMkLst>
        </pc:picChg>
        <pc:picChg chg="add mod">
          <ac:chgData name="GOWRI RAJESH" userId="bae7874a225df291" providerId="LiveId" clId="{E143BBC4-05A0-4EC3-9E8C-F2659A232F28}" dt="2026-10-05T03:42:59.455" v="236" actId="14100"/>
          <ac:picMkLst>
            <pc:docMk/>
            <pc:sldMk cId="0" sldId="264"/>
            <ac:picMk id="12" creationId="{E4337709-BA8D-6507-7859-EA73A4B46931}"/>
          </ac:picMkLst>
        </pc:picChg>
      </pc:sldChg>
      <pc:sldChg chg="modSp mod">
        <pc:chgData name="GOWRI RAJESH" userId="bae7874a225df291" providerId="LiveId" clId="{E143BBC4-05A0-4EC3-9E8C-F2659A232F28}" dt="2026-10-03T18:08:06.850" v="98" actId="2711"/>
        <pc:sldMkLst>
          <pc:docMk/>
          <pc:sldMk cId="0" sldId="266"/>
        </pc:sldMkLst>
        <pc:spChg chg="mod">
          <ac:chgData name="GOWRI RAJESH" userId="bae7874a225df291" providerId="LiveId" clId="{E143BBC4-05A0-4EC3-9E8C-F2659A232F28}" dt="2026-10-03T18:08:06.850" v="98" actId="2711"/>
          <ac:spMkLst>
            <pc:docMk/>
            <pc:sldMk cId="0" sldId="266"/>
            <ac:spMk id="3" creationId="{00000000-0000-0000-0000-000000000000}"/>
          </ac:spMkLst>
        </pc:spChg>
      </pc:sldChg>
      <pc:sldChg chg="addSp delSp modSp mod">
        <pc:chgData name="GOWRI RAJESH" userId="bae7874a225df291" providerId="LiveId" clId="{E143BBC4-05A0-4EC3-9E8C-F2659A232F28}" dt="2026-10-05T00:41:15.338" v="197" actId="14100"/>
        <pc:sldMkLst>
          <pc:docMk/>
          <pc:sldMk cId="0" sldId="267"/>
        </pc:sldMkLst>
        <pc:spChg chg="mod">
          <ac:chgData name="GOWRI RAJESH" userId="bae7874a225df291" providerId="LiveId" clId="{E143BBC4-05A0-4EC3-9E8C-F2659A232F28}" dt="2026-10-03T18:09:14.464" v="100" actId="2711"/>
          <ac:spMkLst>
            <pc:docMk/>
            <pc:sldMk cId="0" sldId="267"/>
            <ac:spMk id="3" creationId="{00000000-0000-0000-0000-000000000000}"/>
          </ac:spMkLst>
        </pc:spChg>
        <pc:picChg chg="add mod">
          <ac:chgData name="GOWRI RAJESH" userId="bae7874a225df291" providerId="LiveId" clId="{E143BBC4-05A0-4EC3-9E8C-F2659A232F28}" dt="2026-10-05T00:41:15.338" v="197" actId="14100"/>
          <ac:picMkLst>
            <pc:docMk/>
            <pc:sldMk cId="0" sldId="267"/>
            <ac:picMk id="6" creationId="{AA3FDC4C-3EB9-4F9C-2E67-70D279D115DD}"/>
          </ac:picMkLst>
        </pc:picChg>
      </pc:sldChg>
      <pc:sldChg chg="modSp mod">
        <pc:chgData name="GOWRI RAJESH" userId="bae7874a225df291" providerId="LiveId" clId="{E143BBC4-05A0-4EC3-9E8C-F2659A232F28}" dt="2026-10-06T05:24:23.014" v="260" actId="1036"/>
        <pc:sldMkLst>
          <pc:docMk/>
          <pc:sldMk cId="0" sldId="268"/>
        </pc:sldMkLst>
        <pc:spChg chg="mod">
          <ac:chgData name="GOWRI RAJESH" userId="bae7874a225df291" providerId="LiveId" clId="{E143BBC4-05A0-4EC3-9E8C-F2659A232F28}" dt="2026-10-03T18:10:16.498" v="102" actId="255"/>
          <ac:spMkLst>
            <pc:docMk/>
            <pc:sldMk cId="0" sldId="268"/>
            <ac:spMk id="3" creationId="{00000000-0000-0000-0000-000000000000}"/>
          </ac:spMkLst>
        </pc:spChg>
        <pc:picChg chg="mod">
          <ac:chgData name="GOWRI RAJESH" userId="bae7874a225df291" providerId="LiveId" clId="{E143BBC4-05A0-4EC3-9E8C-F2659A232F28}" dt="2026-10-06T05:24:23.014" v="260" actId="1036"/>
          <ac:picMkLst>
            <pc:docMk/>
            <pc:sldMk cId="0" sldId="268"/>
            <ac:picMk id="4" creationId="{00000000-0000-0000-0000-000000000000}"/>
          </ac:picMkLst>
        </pc:picChg>
      </pc:sldChg>
      <pc:sldChg chg="modSp mod">
        <pc:chgData name="GOWRI RAJESH" userId="bae7874a225df291" providerId="LiveId" clId="{E143BBC4-05A0-4EC3-9E8C-F2659A232F28}" dt="2026-10-06T05:25:39.773" v="261" actId="1036"/>
        <pc:sldMkLst>
          <pc:docMk/>
          <pc:sldMk cId="0" sldId="269"/>
        </pc:sldMkLst>
        <pc:spChg chg="mod">
          <ac:chgData name="GOWRI RAJESH" userId="bae7874a225df291" providerId="LiveId" clId="{E143BBC4-05A0-4EC3-9E8C-F2659A232F28}" dt="2026-10-03T18:11:12.310" v="104" actId="2711"/>
          <ac:spMkLst>
            <pc:docMk/>
            <pc:sldMk cId="0" sldId="269"/>
            <ac:spMk id="3" creationId="{00000000-0000-0000-0000-000000000000}"/>
          </ac:spMkLst>
        </pc:spChg>
        <pc:picChg chg="mod">
          <ac:chgData name="GOWRI RAJESH" userId="bae7874a225df291" providerId="LiveId" clId="{E143BBC4-05A0-4EC3-9E8C-F2659A232F28}" dt="2026-10-06T05:25:39.773" v="261" actId="1036"/>
          <ac:picMkLst>
            <pc:docMk/>
            <pc:sldMk cId="0" sldId="269"/>
            <ac:picMk id="4" creationId="{00000000-0000-0000-0000-000000000000}"/>
          </ac:picMkLst>
        </pc:picChg>
      </pc:sldChg>
      <pc:sldChg chg="modSp mod">
        <pc:chgData name="GOWRI RAJESH" userId="bae7874a225df291" providerId="LiveId" clId="{E143BBC4-05A0-4EC3-9E8C-F2659A232F28}" dt="2026-10-03T18:12:14.061" v="106" actId="2711"/>
        <pc:sldMkLst>
          <pc:docMk/>
          <pc:sldMk cId="0" sldId="270"/>
        </pc:sldMkLst>
        <pc:spChg chg="mod">
          <ac:chgData name="GOWRI RAJESH" userId="bae7874a225df291" providerId="LiveId" clId="{E143BBC4-05A0-4EC3-9E8C-F2659A232F28}" dt="2026-10-03T18:12:14.061" v="106" actId="2711"/>
          <ac:spMkLst>
            <pc:docMk/>
            <pc:sldMk cId="0" sldId="270"/>
            <ac:spMk id="3" creationId="{00000000-0000-0000-0000-000000000000}"/>
          </ac:spMkLst>
        </pc:spChg>
      </pc:sldChg>
      <pc:sldChg chg="modSp mod">
        <pc:chgData name="GOWRI RAJESH" userId="bae7874a225df291" providerId="LiveId" clId="{E143BBC4-05A0-4EC3-9E8C-F2659A232F28}" dt="2026-10-03T18:05:31.161" v="93" actId="255"/>
        <pc:sldMkLst>
          <pc:docMk/>
          <pc:sldMk cId="0" sldId="271"/>
        </pc:sldMkLst>
        <pc:spChg chg="mod">
          <ac:chgData name="GOWRI RAJESH" userId="bae7874a225df291" providerId="LiveId" clId="{E143BBC4-05A0-4EC3-9E8C-F2659A232F28}" dt="2026-10-03T18:05:31.161" v="93" actId="255"/>
          <ac:spMkLst>
            <pc:docMk/>
            <pc:sldMk cId="0" sldId="271"/>
            <ac:spMk id="3" creationId="{00000000-0000-0000-0000-000000000000}"/>
          </ac:spMkLst>
        </pc:spChg>
      </pc:sldChg>
      <pc:sldChg chg="modSp mod">
        <pc:chgData name="GOWRI RAJESH" userId="bae7874a225df291" providerId="LiveId" clId="{E143BBC4-05A0-4EC3-9E8C-F2659A232F28}" dt="2026-10-03T18:00:07.103" v="81" actId="2711"/>
        <pc:sldMkLst>
          <pc:docMk/>
          <pc:sldMk cId="0" sldId="272"/>
        </pc:sldMkLst>
        <pc:spChg chg="mod">
          <ac:chgData name="GOWRI RAJESH" userId="bae7874a225df291" providerId="LiveId" clId="{E143BBC4-05A0-4EC3-9E8C-F2659A232F28}" dt="2026-10-03T18:00:07.103" v="81" actId="2711"/>
          <ac:spMkLst>
            <pc:docMk/>
            <pc:sldMk cId="0" sldId="272"/>
            <ac:spMk id="3" creationId="{00000000-0000-0000-0000-000000000000}"/>
          </ac:spMkLst>
        </pc:spChg>
      </pc:sldChg>
      <pc:sldChg chg="modSp mod">
        <pc:chgData name="GOWRI RAJESH" userId="bae7874a225df291" providerId="LiveId" clId="{E143BBC4-05A0-4EC3-9E8C-F2659A232F28}" dt="2026-10-03T18:14:33.360" v="111" actId="255"/>
        <pc:sldMkLst>
          <pc:docMk/>
          <pc:sldMk cId="0" sldId="273"/>
        </pc:sldMkLst>
        <pc:spChg chg="mod">
          <ac:chgData name="GOWRI RAJESH" userId="bae7874a225df291" providerId="LiveId" clId="{E143BBC4-05A0-4EC3-9E8C-F2659A232F28}" dt="2026-10-03T18:13:21.633" v="108" actId="2711"/>
          <ac:spMkLst>
            <pc:docMk/>
            <pc:sldMk cId="0" sldId="273"/>
            <ac:spMk id="4" creationId="{00000000-0000-0000-0000-000000000000}"/>
          </ac:spMkLst>
        </pc:spChg>
        <pc:spChg chg="mod">
          <ac:chgData name="GOWRI RAJESH" userId="bae7874a225df291" providerId="LiveId" clId="{E143BBC4-05A0-4EC3-9E8C-F2659A232F28}" dt="2026-10-03T18:14:33.360" v="111" actId="255"/>
          <ac:spMkLst>
            <pc:docMk/>
            <pc:sldMk cId="0" sldId="273"/>
            <ac:spMk id="5" creationId="{00000000-0000-0000-0000-000000000000}"/>
          </ac:spMkLst>
        </pc:spChg>
      </pc:sldChg>
      <pc:sldChg chg="modSp mod">
        <pc:chgData name="GOWRI RAJESH" userId="bae7874a225df291" providerId="LiveId" clId="{E143BBC4-05A0-4EC3-9E8C-F2659A232F28}" dt="2026-10-05T00:30:52.854" v="174" actId="12"/>
        <pc:sldMkLst>
          <pc:docMk/>
          <pc:sldMk cId="0" sldId="274"/>
        </pc:sldMkLst>
        <pc:spChg chg="mod">
          <ac:chgData name="GOWRI RAJESH" userId="bae7874a225df291" providerId="LiveId" clId="{E143BBC4-05A0-4EC3-9E8C-F2659A232F28}" dt="2026-10-03T17:51:45.040" v="61" actId="2711"/>
          <ac:spMkLst>
            <pc:docMk/>
            <pc:sldMk cId="0" sldId="274"/>
            <ac:spMk id="3" creationId="{00000000-0000-0000-0000-000000000000}"/>
          </ac:spMkLst>
        </pc:spChg>
        <pc:spChg chg="mod">
          <ac:chgData name="GOWRI RAJESH" userId="bae7874a225df291" providerId="LiveId" clId="{E143BBC4-05A0-4EC3-9E8C-F2659A232F28}" dt="2026-10-05T00:29:31.391" v="169" actId="12"/>
          <ac:spMkLst>
            <pc:docMk/>
            <pc:sldMk cId="0" sldId="274"/>
            <ac:spMk id="4" creationId="{00000000-0000-0000-0000-000000000000}"/>
          </ac:spMkLst>
        </pc:spChg>
        <pc:spChg chg="mod">
          <ac:chgData name="GOWRI RAJESH" userId="bae7874a225df291" providerId="LiveId" clId="{E143BBC4-05A0-4EC3-9E8C-F2659A232F28}" dt="2026-10-05T00:29:40.182" v="170" actId="12"/>
          <ac:spMkLst>
            <pc:docMk/>
            <pc:sldMk cId="0" sldId="274"/>
            <ac:spMk id="5" creationId="{00000000-0000-0000-0000-000000000000}"/>
          </ac:spMkLst>
        </pc:spChg>
        <pc:spChg chg="mod">
          <ac:chgData name="GOWRI RAJESH" userId="bae7874a225df291" providerId="LiveId" clId="{E143BBC4-05A0-4EC3-9E8C-F2659A232F28}" dt="2026-10-05T00:29:52.177" v="171" actId="12"/>
          <ac:spMkLst>
            <pc:docMk/>
            <pc:sldMk cId="0" sldId="274"/>
            <ac:spMk id="6" creationId="{00000000-0000-0000-0000-000000000000}"/>
          </ac:spMkLst>
        </pc:spChg>
        <pc:spChg chg="mod">
          <ac:chgData name="GOWRI RAJESH" userId="bae7874a225df291" providerId="LiveId" clId="{E143BBC4-05A0-4EC3-9E8C-F2659A232F28}" dt="2026-10-05T00:30:00.347" v="172" actId="12"/>
          <ac:spMkLst>
            <pc:docMk/>
            <pc:sldMk cId="0" sldId="274"/>
            <ac:spMk id="7" creationId="{00000000-0000-0000-0000-000000000000}"/>
          </ac:spMkLst>
        </pc:spChg>
        <pc:spChg chg="mod">
          <ac:chgData name="GOWRI RAJESH" userId="bae7874a225df291" providerId="LiveId" clId="{E143BBC4-05A0-4EC3-9E8C-F2659A232F28}" dt="2026-10-05T00:30:52.854" v="174" actId="12"/>
          <ac:spMkLst>
            <pc:docMk/>
            <pc:sldMk cId="0" sldId="274"/>
            <ac:spMk id="8" creationId="{00000000-0000-0000-0000-000000000000}"/>
          </ac:spMkLst>
        </pc:spChg>
      </pc:sldChg>
      <pc:sldChg chg="modSp mod">
        <pc:chgData name="GOWRI RAJESH" userId="bae7874a225df291" providerId="LiveId" clId="{E143BBC4-05A0-4EC3-9E8C-F2659A232F28}" dt="2026-10-03T17:43:10.169" v="28" actId="255"/>
        <pc:sldMkLst>
          <pc:docMk/>
          <pc:sldMk cId="0" sldId="275"/>
        </pc:sldMkLst>
        <pc:spChg chg="mod">
          <ac:chgData name="GOWRI RAJESH" userId="bae7874a225df291" providerId="LiveId" clId="{E143BBC4-05A0-4EC3-9E8C-F2659A232F28}" dt="2026-10-03T17:42:27.194" v="26" actId="255"/>
          <ac:spMkLst>
            <pc:docMk/>
            <pc:sldMk cId="0" sldId="275"/>
            <ac:spMk id="4" creationId="{00000000-0000-0000-0000-000000000000}"/>
          </ac:spMkLst>
        </pc:spChg>
        <pc:spChg chg="mod">
          <ac:chgData name="GOWRI RAJESH" userId="bae7874a225df291" providerId="LiveId" clId="{E143BBC4-05A0-4EC3-9E8C-F2659A232F28}" dt="2026-10-03T17:43:10.169" v="28" actId="255"/>
          <ac:spMkLst>
            <pc:docMk/>
            <pc:sldMk cId="0" sldId="275"/>
            <ac:spMk id="5" creationId="{00000000-0000-0000-0000-000000000000}"/>
          </ac:spMkLst>
        </pc:spChg>
      </pc:sldChg>
      <pc:sldChg chg="modSp mod">
        <pc:chgData name="GOWRI RAJESH" userId="bae7874a225df291" providerId="LiveId" clId="{E143BBC4-05A0-4EC3-9E8C-F2659A232F28}" dt="2026-10-03T18:34:18.810" v="162" actId="255"/>
        <pc:sldMkLst>
          <pc:docMk/>
          <pc:sldMk cId="0" sldId="277"/>
        </pc:sldMkLst>
        <pc:spChg chg="mod">
          <ac:chgData name="GOWRI RAJESH" userId="bae7874a225df291" providerId="LiveId" clId="{E143BBC4-05A0-4EC3-9E8C-F2659A232F28}" dt="2026-10-03T18:31:59.358" v="160" actId="2711"/>
          <ac:spMkLst>
            <pc:docMk/>
            <pc:sldMk cId="0" sldId="277"/>
            <ac:spMk id="4" creationId="{00000000-0000-0000-0000-000000000000}"/>
          </ac:spMkLst>
        </pc:spChg>
        <pc:spChg chg="mod">
          <ac:chgData name="GOWRI RAJESH" userId="bae7874a225df291" providerId="LiveId" clId="{E143BBC4-05A0-4EC3-9E8C-F2659A232F28}" dt="2026-10-03T18:34:18.810" v="162" actId="255"/>
          <ac:spMkLst>
            <pc:docMk/>
            <pc:sldMk cId="0" sldId="277"/>
            <ac:spMk id="5" creationId="{00000000-0000-0000-0000-000000000000}"/>
          </ac:spMkLst>
        </pc:spChg>
      </pc:sldChg>
      <pc:sldChg chg="modSp mod">
        <pc:chgData name="GOWRI RAJESH" userId="bae7874a225df291" providerId="LiveId" clId="{E143BBC4-05A0-4EC3-9E8C-F2659A232F28}" dt="2026-10-03T18:37:44.133" v="168" actId="2711"/>
        <pc:sldMkLst>
          <pc:docMk/>
          <pc:sldMk cId="0" sldId="278"/>
        </pc:sldMkLst>
        <pc:spChg chg="mod">
          <ac:chgData name="GOWRI RAJESH" userId="bae7874a225df291" providerId="LiveId" clId="{E143BBC4-05A0-4EC3-9E8C-F2659A232F28}" dt="2026-10-03T18:37:44.133" v="168" actId="2711"/>
          <ac:spMkLst>
            <pc:docMk/>
            <pc:sldMk cId="0" sldId="278"/>
            <ac:spMk id="3" creationId="{00000000-0000-0000-0000-000000000000}"/>
          </ac:spMkLst>
        </pc:spChg>
      </pc:sldChg>
      <pc:sldChg chg="modSp mod">
        <pc:chgData name="GOWRI RAJESH" userId="bae7874a225df291" providerId="LiveId" clId="{E143BBC4-05A0-4EC3-9E8C-F2659A232F28}" dt="2026-10-03T17:38:21.842" v="18" actId="2711"/>
        <pc:sldMkLst>
          <pc:docMk/>
          <pc:sldMk cId="1067136130" sldId="281"/>
        </pc:sldMkLst>
        <pc:spChg chg="mod">
          <ac:chgData name="GOWRI RAJESH" userId="bae7874a225df291" providerId="LiveId" clId="{E143BBC4-05A0-4EC3-9E8C-F2659A232F28}" dt="2026-10-03T17:37:48.931" v="17" actId="2711"/>
          <ac:spMkLst>
            <pc:docMk/>
            <pc:sldMk cId="1067136130" sldId="281"/>
            <ac:spMk id="4" creationId="{A95C29ED-561A-2E2B-16DE-8569989B81E7}"/>
          </ac:spMkLst>
        </pc:spChg>
        <pc:spChg chg="mod">
          <ac:chgData name="GOWRI RAJESH" userId="bae7874a225df291" providerId="LiveId" clId="{E143BBC4-05A0-4EC3-9E8C-F2659A232F28}" dt="2026-10-03T17:38:21.842" v="18" actId="2711"/>
          <ac:spMkLst>
            <pc:docMk/>
            <pc:sldMk cId="1067136130" sldId="281"/>
            <ac:spMk id="5" creationId="{75C6075C-3B7C-3881-0495-FB39F6B83EBD}"/>
          </ac:spMkLst>
        </pc:spChg>
      </pc:sldChg>
      <pc:sldChg chg="modSp mod">
        <pc:chgData name="GOWRI RAJESH" userId="bae7874a225df291" providerId="LiveId" clId="{E143BBC4-05A0-4EC3-9E8C-F2659A232F28}" dt="2026-10-03T17:49:40.234" v="58" actId="1076"/>
        <pc:sldMkLst>
          <pc:docMk/>
          <pc:sldMk cId="1022845496" sldId="282"/>
        </pc:sldMkLst>
        <pc:spChg chg="mod">
          <ac:chgData name="GOWRI RAJESH" userId="bae7874a225df291" providerId="LiveId" clId="{E143BBC4-05A0-4EC3-9E8C-F2659A232F28}" dt="2026-10-03T17:49:33.410" v="57" actId="1076"/>
          <ac:spMkLst>
            <pc:docMk/>
            <pc:sldMk cId="1022845496" sldId="282"/>
            <ac:spMk id="4" creationId="{CA2BA2E6-D85D-CDC4-2350-F00A04BE1D8D}"/>
          </ac:spMkLst>
        </pc:spChg>
        <pc:spChg chg="mod">
          <ac:chgData name="GOWRI RAJESH" userId="bae7874a225df291" providerId="LiveId" clId="{E143BBC4-05A0-4EC3-9E8C-F2659A232F28}" dt="2026-10-03T17:49:40.234" v="58" actId="1076"/>
          <ac:spMkLst>
            <pc:docMk/>
            <pc:sldMk cId="1022845496" sldId="282"/>
            <ac:spMk id="5" creationId="{5E35641D-55B3-454D-846D-E8177805A624}"/>
          </ac:spMkLst>
        </pc:spChg>
      </pc:sldChg>
      <pc:sldChg chg="modSp mod">
        <pc:chgData name="GOWRI RAJESH" userId="bae7874a225df291" providerId="LiveId" clId="{E143BBC4-05A0-4EC3-9E8C-F2659A232F28}" dt="2026-10-03T18:04:34.559" v="91" actId="2711"/>
        <pc:sldMkLst>
          <pc:docMk/>
          <pc:sldMk cId="3071020442" sldId="283"/>
        </pc:sldMkLst>
        <pc:spChg chg="mod">
          <ac:chgData name="GOWRI RAJESH" userId="bae7874a225df291" providerId="LiveId" clId="{E143BBC4-05A0-4EC3-9E8C-F2659A232F28}" dt="2026-10-03T18:01:25.962" v="87" actId="14100"/>
          <ac:spMkLst>
            <pc:docMk/>
            <pc:sldMk cId="3071020442" sldId="283"/>
            <ac:spMk id="3" creationId="{2AF06F9F-3700-130A-4CB5-9C0F48EA955D}"/>
          </ac:spMkLst>
        </pc:spChg>
        <pc:spChg chg="mod">
          <ac:chgData name="GOWRI RAJESH" userId="bae7874a225df291" providerId="LiveId" clId="{E143BBC4-05A0-4EC3-9E8C-F2659A232F28}" dt="2026-10-03T18:04:34.559" v="91" actId="2711"/>
          <ac:spMkLst>
            <pc:docMk/>
            <pc:sldMk cId="3071020442" sldId="283"/>
            <ac:spMk id="4" creationId="{A7FA890F-9E1A-5BC1-6E8A-A0793919FD4F}"/>
          </ac:spMkLst>
        </pc:spChg>
        <pc:picChg chg="mod">
          <ac:chgData name="GOWRI RAJESH" userId="bae7874a225df291" providerId="LiveId" clId="{E143BBC4-05A0-4EC3-9E8C-F2659A232F28}" dt="2026-10-03T18:01:06.996" v="85" actId="1076"/>
          <ac:picMkLst>
            <pc:docMk/>
            <pc:sldMk cId="3071020442" sldId="283"/>
            <ac:picMk id="2" creationId="{6CF06449-F620-5852-DB19-07D6E3DC468B}"/>
          </ac:picMkLst>
        </pc:picChg>
      </pc:sldChg>
      <pc:sldChg chg="modSp mod">
        <pc:chgData name="GOWRI RAJESH" userId="bae7874a225df291" providerId="LiveId" clId="{E143BBC4-05A0-4EC3-9E8C-F2659A232F28}" dt="2026-10-03T18:15:59.118" v="117" actId="255"/>
        <pc:sldMkLst>
          <pc:docMk/>
          <pc:sldMk cId="1810444384" sldId="284"/>
        </pc:sldMkLst>
        <pc:spChg chg="mod">
          <ac:chgData name="GOWRI RAJESH" userId="bae7874a225df291" providerId="LiveId" clId="{E143BBC4-05A0-4EC3-9E8C-F2659A232F28}" dt="2026-10-03T18:15:59.118" v="117" actId="255"/>
          <ac:spMkLst>
            <pc:docMk/>
            <pc:sldMk cId="1810444384" sldId="284"/>
            <ac:spMk id="5" creationId="{3EBE39BF-2FDC-1F57-F29B-A624751A259F}"/>
          </ac:spMkLst>
        </pc:spChg>
      </pc:sldChg>
      <pc:sldChg chg="modSp mod">
        <pc:chgData name="GOWRI RAJESH" userId="bae7874a225df291" providerId="LiveId" clId="{E143BBC4-05A0-4EC3-9E8C-F2659A232F28}" dt="2026-10-03T18:19:00.752" v="120" actId="255"/>
        <pc:sldMkLst>
          <pc:docMk/>
          <pc:sldMk cId="4140079900" sldId="285"/>
        </pc:sldMkLst>
        <pc:spChg chg="mod">
          <ac:chgData name="GOWRI RAJESH" userId="bae7874a225df291" providerId="LiveId" clId="{E143BBC4-05A0-4EC3-9E8C-F2659A232F28}" dt="2026-10-03T18:18:29.484" v="118" actId="2711"/>
          <ac:spMkLst>
            <pc:docMk/>
            <pc:sldMk cId="4140079900" sldId="285"/>
            <ac:spMk id="4" creationId="{2E9359AC-1F5C-FFFA-A881-46BCD67AD3C4}"/>
          </ac:spMkLst>
        </pc:spChg>
        <pc:spChg chg="mod">
          <ac:chgData name="GOWRI RAJESH" userId="bae7874a225df291" providerId="LiveId" clId="{E143BBC4-05A0-4EC3-9E8C-F2659A232F28}" dt="2026-10-03T18:19:00.752" v="120" actId="255"/>
          <ac:spMkLst>
            <pc:docMk/>
            <pc:sldMk cId="4140079900" sldId="285"/>
            <ac:spMk id="5" creationId="{7E165F71-664D-9247-A838-B7938787032E}"/>
          </ac:spMkLst>
        </pc:spChg>
      </pc:sldChg>
      <pc:sldChg chg="modSp mod">
        <pc:chgData name="GOWRI RAJESH" userId="bae7874a225df291" providerId="LiveId" clId="{E143BBC4-05A0-4EC3-9E8C-F2659A232F28}" dt="2026-10-03T18:20:41.798" v="124" actId="255"/>
        <pc:sldMkLst>
          <pc:docMk/>
          <pc:sldMk cId="946424040" sldId="286"/>
        </pc:sldMkLst>
        <pc:spChg chg="mod">
          <ac:chgData name="GOWRI RAJESH" userId="bae7874a225df291" providerId="LiveId" clId="{E143BBC4-05A0-4EC3-9E8C-F2659A232F28}" dt="2026-10-03T18:19:55.014" v="122" actId="2711"/>
          <ac:spMkLst>
            <pc:docMk/>
            <pc:sldMk cId="946424040" sldId="286"/>
            <ac:spMk id="4" creationId="{EF783B87-3913-9A68-8CAA-F5FB44D476A9}"/>
          </ac:spMkLst>
        </pc:spChg>
        <pc:spChg chg="mod">
          <ac:chgData name="GOWRI RAJESH" userId="bae7874a225df291" providerId="LiveId" clId="{E143BBC4-05A0-4EC3-9E8C-F2659A232F28}" dt="2026-10-03T18:20:41.798" v="124" actId="255"/>
          <ac:spMkLst>
            <pc:docMk/>
            <pc:sldMk cId="946424040" sldId="286"/>
            <ac:spMk id="5" creationId="{CFF14F55-FE8B-4C41-B550-E687ECCDF52D}"/>
          </ac:spMkLst>
        </pc:spChg>
      </pc:sldChg>
      <pc:sldChg chg="modSp mod">
        <pc:chgData name="GOWRI RAJESH" userId="bae7874a225df291" providerId="LiveId" clId="{E143BBC4-05A0-4EC3-9E8C-F2659A232F28}" dt="2026-10-03T18:26:48.490" v="144" actId="20577"/>
        <pc:sldMkLst>
          <pc:docMk/>
          <pc:sldMk cId="708267657" sldId="287"/>
        </pc:sldMkLst>
        <pc:spChg chg="mod">
          <ac:chgData name="GOWRI RAJESH" userId="bae7874a225df291" providerId="LiveId" clId="{E143BBC4-05A0-4EC3-9E8C-F2659A232F28}" dt="2026-10-03T18:25:08.622" v="138" actId="255"/>
          <ac:spMkLst>
            <pc:docMk/>
            <pc:sldMk cId="708267657" sldId="287"/>
            <ac:spMk id="4" creationId="{FB0BD140-A59A-86F1-7A65-748E9468A1B0}"/>
          </ac:spMkLst>
        </pc:spChg>
        <pc:spChg chg="mod">
          <ac:chgData name="GOWRI RAJESH" userId="bae7874a225df291" providerId="LiveId" clId="{E143BBC4-05A0-4EC3-9E8C-F2659A232F28}" dt="2026-10-03T18:26:48.490" v="144" actId="20577"/>
          <ac:spMkLst>
            <pc:docMk/>
            <pc:sldMk cId="708267657" sldId="287"/>
            <ac:spMk id="8" creationId="{E4CC3A19-D5C9-07CB-A2AC-CE6563DD1B39}"/>
          </ac:spMkLst>
        </pc:spChg>
      </pc:sldChg>
      <pc:sldChg chg="modSp mod">
        <pc:chgData name="GOWRI RAJESH" userId="bae7874a225df291" providerId="LiveId" clId="{E143BBC4-05A0-4EC3-9E8C-F2659A232F28}" dt="2026-10-03T18:31:17.994" v="159" actId="1036"/>
        <pc:sldMkLst>
          <pc:docMk/>
          <pc:sldMk cId="4018046913" sldId="288"/>
        </pc:sldMkLst>
        <pc:spChg chg="mod">
          <ac:chgData name="GOWRI RAJESH" userId="bae7874a225df291" providerId="LiveId" clId="{E143BBC4-05A0-4EC3-9E8C-F2659A232F28}" dt="2026-10-03T18:29:00.050" v="150" actId="2711"/>
          <ac:spMkLst>
            <pc:docMk/>
            <pc:sldMk cId="4018046913" sldId="288"/>
            <ac:spMk id="4" creationId="{C27C8C06-43BF-8FD4-1038-5483E1AF80C6}"/>
          </ac:spMkLst>
        </pc:spChg>
        <pc:spChg chg="mod">
          <ac:chgData name="GOWRI RAJESH" userId="bae7874a225df291" providerId="LiveId" clId="{E143BBC4-05A0-4EC3-9E8C-F2659A232F28}" dt="2026-10-03T18:29:54.983" v="154" actId="255"/>
          <ac:spMkLst>
            <pc:docMk/>
            <pc:sldMk cId="4018046913" sldId="288"/>
            <ac:spMk id="5" creationId="{D8FA35D0-BC8F-AE52-F54E-D83F9D51858F}"/>
          </ac:spMkLst>
        </pc:spChg>
        <pc:picChg chg="mod">
          <ac:chgData name="GOWRI RAJESH" userId="bae7874a225df291" providerId="LiveId" clId="{E143BBC4-05A0-4EC3-9E8C-F2659A232F28}" dt="2026-10-03T18:31:17.994" v="159" actId="1036"/>
          <ac:picMkLst>
            <pc:docMk/>
            <pc:sldMk cId="4018046913" sldId="288"/>
            <ac:picMk id="3" creationId="{A55D36B9-DF3C-4ADC-6E04-2AE36F5A0213}"/>
          </ac:picMkLst>
        </pc:picChg>
      </pc:sldChg>
      <pc:sldChg chg="modSp mod">
        <pc:chgData name="GOWRI RAJESH" userId="bae7874a225df291" providerId="LiveId" clId="{E143BBC4-05A0-4EC3-9E8C-F2659A232F28}" dt="2026-10-03T18:36:46.962" v="167" actId="2711"/>
        <pc:sldMkLst>
          <pc:docMk/>
          <pc:sldMk cId="2830858848" sldId="289"/>
        </pc:sldMkLst>
        <pc:spChg chg="mod">
          <ac:chgData name="GOWRI RAJESH" userId="bae7874a225df291" providerId="LiveId" clId="{E143BBC4-05A0-4EC3-9E8C-F2659A232F28}" dt="2026-10-03T18:36:17.740" v="166" actId="2711"/>
          <ac:spMkLst>
            <pc:docMk/>
            <pc:sldMk cId="2830858848" sldId="289"/>
            <ac:spMk id="4" creationId="{4BF94E16-1A85-96C5-2F29-3D695706D4B4}"/>
          </ac:spMkLst>
        </pc:spChg>
        <pc:spChg chg="mod">
          <ac:chgData name="GOWRI RAJESH" userId="bae7874a225df291" providerId="LiveId" clId="{E143BBC4-05A0-4EC3-9E8C-F2659A232F28}" dt="2026-10-03T18:36:46.962" v="167" actId="2711"/>
          <ac:spMkLst>
            <pc:docMk/>
            <pc:sldMk cId="2830858848" sldId="289"/>
            <ac:spMk id="5" creationId="{B4BF7528-D1CC-1B58-43BC-E391B638797E}"/>
          </ac:spMkLst>
        </pc:spChg>
      </pc:sldChg>
      <pc:sldChg chg="modSp mod">
        <pc:chgData name="GOWRI RAJESH" userId="bae7874a225df291" providerId="LiveId" clId="{E143BBC4-05A0-4EC3-9E8C-F2659A232F28}" dt="2026-10-03T18:35:43.009" v="165" actId="255"/>
        <pc:sldMkLst>
          <pc:docMk/>
          <pc:sldMk cId="2319315383" sldId="290"/>
        </pc:sldMkLst>
        <pc:spChg chg="mod">
          <ac:chgData name="GOWRI RAJESH" userId="bae7874a225df291" providerId="LiveId" clId="{E143BBC4-05A0-4EC3-9E8C-F2659A232F28}" dt="2026-10-03T18:35:16.542" v="163" actId="2711"/>
          <ac:spMkLst>
            <pc:docMk/>
            <pc:sldMk cId="2319315383" sldId="290"/>
            <ac:spMk id="4" creationId="{3E7412B4-87D6-BC6E-7BA5-D0FF16CB8767}"/>
          </ac:spMkLst>
        </pc:spChg>
        <pc:spChg chg="mod">
          <ac:chgData name="GOWRI RAJESH" userId="bae7874a225df291" providerId="LiveId" clId="{E143BBC4-05A0-4EC3-9E8C-F2659A232F28}" dt="2026-10-03T18:35:43.009" v="165" actId="255"/>
          <ac:spMkLst>
            <pc:docMk/>
            <pc:sldMk cId="2319315383" sldId="290"/>
            <ac:spMk id="5" creationId="{F01429E6-B0EF-23D3-9EE9-4868795F4DF9}"/>
          </ac:spMkLst>
        </pc:spChg>
      </pc:sldChg>
      <pc:sldChg chg="addSp delSp modSp del mod modAnim">
        <pc:chgData name="GOWRI RAJESH" userId="bae7874a225df291" providerId="LiveId" clId="{E143BBC4-05A0-4EC3-9E8C-F2659A232F28}" dt="2026-10-23T00:36:54.565" v="293" actId="2696"/>
        <pc:sldMkLst>
          <pc:docMk/>
          <pc:sldMk cId="1835145230" sldId="291"/>
        </pc:sldMkLst>
      </pc:sldChg>
      <pc:sldChg chg="modSp mod">
        <pc:chgData name="GOWRI RAJESH" userId="bae7874a225df291" providerId="LiveId" clId="{E143BBC4-05A0-4EC3-9E8C-F2659A232F28}" dt="2026-10-03T18:24:14.192" v="136" actId="1036"/>
        <pc:sldMkLst>
          <pc:docMk/>
          <pc:sldMk cId="1226270689" sldId="292"/>
        </pc:sldMkLst>
        <pc:spChg chg="mod">
          <ac:chgData name="GOWRI RAJESH" userId="bae7874a225df291" providerId="LiveId" clId="{E143BBC4-05A0-4EC3-9E8C-F2659A232F28}" dt="2026-10-03T18:23:17.263" v="132" actId="14100"/>
          <ac:spMkLst>
            <pc:docMk/>
            <pc:sldMk cId="1226270689" sldId="292"/>
            <ac:spMk id="2" creationId="{D71A6284-A57B-454E-8FA5-608654B0E17F}"/>
          </ac:spMkLst>
        </pc:spChg>
        <pc:spChg chg="mod">
          <ac:chgData name="GOWRI RAJESH" userId="bae7874a225df291" providerId="LiveId" clId="{E143BBC4-05A0-4EC3-9E8C-F2659A232F28}" dt="2026-10-03T18:24:14.192" v="136" actId="1036"/>
          <ac:spMkLst>
            <pc:docMk/>
            <pc:sldMk cId="1226270689" sldId="292"/>
            <ac:spMk id="4" creationId="{DBA82E5C-E250-59CC-C41D-997F1B6C3480}"/>
          </ac:spMkLst>
        </pc:spChg>
        <pc:picChg chg="mod">
          <ac:chgData name="GOWRI RAJESH" userId="bae7874a225df291" providerId="LiveId" clId="{E143BBC4-05A0-4EC3-9E8C-F2659A232F28}" dt="2026-10-03T18:23:44.279" v="134" actId="1076"/>
          <ac:picMkLst>
            <pc:docMk/>
            <pc:sldMk cId="1226270689" sldId="292"/>
            <ac:picMk id="3" creationId="{FF54460C-998A-3E03-5A39-22C0123E8FEE}"/>
          </ac:picMkLst>
        </pc:picChg>
      </pc:sldChg>
      <pc:sldChg chg="modSp add mod">
        <pc:chgData name="GOWRI RAJESH" userId="bae7874a225df291" providerId="LiveId" clId="{E143BBC4-05A0-4EC3-9E8C-F2659A232F28}" dt="2026-10-03T18:28:03.846" v="148" actId="255"/>
        <pc:sldMkLst>
          <pc:docMk/>
          <pc:sldMk cId="35377592" sldId="293"/>
        </pc:sldMkLst>
        <pc:spChg chg="mod">
          <ac:chgData name="GOWRI RAJESH" userId="bae7874a225df291" providerId="LiveId" clId="{E143BBC4-05A0-4EC3-9E8C-F2659A232F28}" dt="2026-10-03T18:27:41.453" v="146" actId="2711"/>
          <ac:spMkLst>
            <pc:docMk/>
            <pc:sldMk cId="35377592" sldId="293"/>
            <ac:spMk id="4" creationId="{DC0D5FEA-8549-10B1-9F85-61B7581765BA}"/>
          </ac:spMkLst>
        </pc:spChg>
        <pc:spChg chg="mod">
          <ac:chgData name="GOWRI RAJESH" userId="bae7874a225df291" providerId="LiveId" clId="{E143BBC4-05A0-4EC3-9E8C-F2659A232F28}" dt="2026-10-03T18:28:03.846" v="148" actId="255"/>
          <ac:spMkLst>
            <pc:docMk/>
            <pc:sldMk cId="35377592" sldId="293"/>
            <ac:spMk id="5" creationId="{C05129EC-10D4-9C1F-F665-F00BC33DCDF1}"/>
          </ac:spMkLst>
        </pc:spChg>
      </pc:sldChg>
      <pc:sldChg chg="addSp modSp add mod">
        <pc:chgData name="GOWRI RAJESH" userId="bae7874a225df291" providerId="LiveId" clId="{E143BBC4-05A0-4EC3-9E8C-F2659A232F28}" dt="2026-10-05T00:40:02.526" v="193" actId="14100"/>
        <pc:sldMkLst>
          <pc:docMk/>
          <pc:sldMk cId="3140267333" sldId="294"/>
        </pc:sldMkLst>
        <pc:picChg chg="add mod">
          <ac:chgData name="GOWRI RAJESH" userId="bae7874a225df291" providerId="LiveId" clId="{E143BBC4-05A0-4EC3-9E8C-F2659A232F28}" dt="2026-10-05T00:40:02.526" v="193" actId="14100"/>
          <ac:picMkLst>
            <pc:docMk/>
            <pc:sldMk cId="3140267333" sldId="294"/>
            <ac:picMk id="5" creationId="{CB11C300-26FF-56A6-6889-8284C2B4E4DB}"/>
          </ac:picMkLst>
        </pc:picChg>
      </pc:sldChg>
      <pc:sldChg chg="addSp modSp add mod">
        <pc:chgData name="GOWRI RAJESH" userId="bae7874a225df291" providerId="LiveId" clId="{E143BBC4-05A0-4EC3-9E8C-F2659A232F28}" dt="2026-10-05T00:38:29.022" v="185" actId="14100"/>
        <pc:sldMkLst>
          <pc:docMk/>
          <pc:sldMk cId="4131672905" sldId="295"/>
        </pc:sldMkLst>
        <pc:picChg chg="add mod">
          <ac:chgData name="GOWRI RAJESH" userId="bae7874a225df291" providerId="LiveId" clId="{E143BBC4-05A0-4EC3-9E8C-F2659A232F28}" dt="2026-10-05T00:38:29.022" v="185" actId="14100"/>
          <ac:picMkLst>
            <pc:docMk/>
            <pc:sldMk cId="4131672905" sldId="295"/>
            <ac:picMk id="5" creationId="{007068CD-AB8F-9B0B-F2F9-59D9CEB66DFA}"/>
          </ac:picMkLst>
        </pc:picChg>
      </pc:sldChg>
      <pc:sldChg chg="addSp modSp add mod ord">
        <pc:chgData name="GOWRI RAJESH" userId="bae7874a225df291" providerId="LiveId" clId="{E143BBC4-05A0-4EC3-9E8C-F2659A232F28}" dt="2026-10-23T00:32:35.962" v="292" actId="20577"/>
        <pc:sldMkLst>
          <pc:docMk/>
          <pc:sldMk cId="825338503" sldId="296"/>
        </pc:sldMkLst>
        <pc:spChg chg="mod">
          <ac:chgData name="GOWRI RAJESH" userId="bae7874a225df291" providerId="LiveId" clId="{E143BBC4-05A0-4EC3-9E8C-F2659A232F28}" dt="2026-10-23T00:32:35.962" v="292" actId="20577"/>
          <ac:spMkLst>
            <pc:docMk/>
            <pc:sldMk cId="825338503" sldId="296"/>
            <ac:spMk id="3" creationId="{5771710B-435E-C29D-B815-821C22B6AF87}"/>
          </ac:spMkLst>
        </pc:spChg>
        <pc:picChg chg="add mod">
          <ac:chgData name="GOWRI RAJESH" userId="bae7874a225df291" providerId="LiveId" clId="{E143BBC4-05A0-4EC3-9E8C-F2659A232F28}" dt="2026-10-06T05:26:53.320" v="263" actId="1036"/>
          <ac:picMkLst>
            <pc:docMk/>
            <pc:sldMk cId="825338503" sldId="296"/>
            <ac:picMk id="5" creationId="{71754204-1682-3996-01C7-60186C876AF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8400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4A1AA-BE96-E596-04B5-9C6632F4B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8DBC05-0754-C108-7DBF-7F5FBEAFB9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8978DD-9A95-DC5C-D894-CF908F6A54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87DFD1-C5BA-C910-9753-132AEEC976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2712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12011-0184-3257-BFF7-A12AF32B4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7EB0BC-5D56-BD8E-0E01-2F3EBB928E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7AC842-2A02-8E57-9A3B-45214C2B23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DB9145-1B4C-E1E1-9632-EF0374D5D4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5208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D4169-22EC-B048-1932-91BE076AF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9B532E-429E-CB41-782E-F303C1EEE8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2B9DF4-7461-094D-A478-1C13479059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84E775-C529-1491-FE38-020B0DE021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4838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34821-61D3-4733-6B76-93DBB46F7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EA4F02-D101-3A5D-CED7-986536E493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933263-826B-29A6-AF3A-0EBBCEE360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1A729C-F2E7-FFC0-1868-F58C69EDAD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8771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A85A8-265C-DFC5-AC6C-F0ABD2B0E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16A28C-BEF5-504F-CB0B-2570351379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6F2FBD-9432-CA19-7BF9-2E086D1BC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05AEF1-A797-22DE-6FE2-8E49C7540D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4168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50300-862C-9366-08E7-6F4C0A2BF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26CC5B-629F-0F99-A742-93A886E477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6BE94B-D24D-B0F6-F22C-8CBB211F53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BC9EE8-B0A3-E9B2-55CC-E9DF17F113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92777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EEA52-0C02-421E-3551-B9D0619FD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9F168C-6F67-1719-917F-A7D145B973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388E77-7CA8-3CEA-B4F8-3CBEDA394E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74A149-3017-B8D8-8536-616BFDAB9D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37745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723B4-6CB6-9807-548F-DE1D42724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F9A121-C055-3EFF-62C2-91893AA048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C88AFA-334B-0A68-4F44-589EDE9093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482BD4-BE7E-1A05-DF30-3FFB9D7152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41442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A7A83-A979-15F8-8F77-4756CC9ED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1B3384-1856-88EC-8FA4-D38BB5400A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2C85FB-12B5-3DBD-A0C0-B1125856E1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280070-3274-39C9-B3FD-3458EF6452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79136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4133C-5531-65F2-1DB0-19F5BE1B1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89304B-C00A-C994-E2F5-BC1F179D9C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5225C6-F586-8551-9222-A703EA8B5B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F4C8A-0BAC-665C-5DB2-7DA005EB28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43110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CE90E-FF50-467E-1346-7E2C8C036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E25E79-6DAC-3FCD-6A1E-F204DD01D7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E67189-DD1F-E0A5-1577-AE978CA23C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D56D5B-408B-180B-FA45-8C8BE1E977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91145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B3E0C-D940-D05B-C1A9-AE55DB7BD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A53B83-E777-2EA6-A344-D394888C5A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DCDD4C-BB5B-7F99-EEC3-579C4B6ED5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32BECD-4AA5-6AEB-C2A2-1A0FDB45A0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90870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05F8B-665E-ADC6-15C7-100E02FF9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DCDEF8-9FCA-CF3C-8320-075834BCF8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D4F7B9-9A44-A040-D73F-24BF7DC18E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86A088-A329-7E62-9D9F-8DA5589EE8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98366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1EDF9-012E-0AF7-1246-9CBD40AE5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8D990F-0465-DAA8-8E57-E133FA3A98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F7C70F-B800-C460-7E7D-4F1EC01F3C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A7356F-043C-34CB-A0F0-A757374D20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25934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9197D-7EA4-281A-F2AC-DA5B68A42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647DF4-A874-E747-620A-A0889E4320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CE5E52-33A9-3C6E-CD6F-080F06ED45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C14DFA-B8A7-51F6-84D7-B0DFBB7CD8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70820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0F076-72B8-066F-61C3-0B8CFA796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22203C-13A8-8DF0-73BC-2D4DC113A2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AE8A07-644F-4DE7-A090-808166262B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6747D4-BB77-E858-FBF7-E89C1F04A6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15570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20112-5434-93F3-FB7A-748D7438B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D086FE-3100-0F52-DA66-26315D5E09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AA806E-936B-017B-0F31-1B72107D7E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FC5E7F-98F6-43FA-BDCB-DE6DE4578E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34302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D64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0"/>
            <a:ext cx="5699455" cy="6858000"/>
          </a:xfrm>
          <a:prstGeom prst="rect">
            <a:avLst/>
          </a:prstGeom>
          <a:solidFill>
            <a:srgbClr val="757D5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822960"/>
            <a:ext cx="58521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FOOD WASTE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46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REDISTRIBUTION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46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PLATFORM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973" y="3554963"/>
            <a:ext cx="3840480" cy="18399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GUIDE
MS. SREELEKSHMI K S
ASSISTANT PROFESSOR
DEPARTMENT OF COMPUTER APPLICATIONS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655976" y="3554964"/>
            <a:ext cx="2567784" cy="1343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STUDENT</a:t>
            </a:r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GOWRI RAJESH
ROLL NO: 32
S3 MCA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0" descr="/home/claude/assets/circle_titl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417320"/>
            <a:ext cx="393192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757D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35040" cy="6858000"/>
          </a:xfrm>
          <a:prstGeom prst="rect">
            <a:avLst/>
          </a:prstGeom>
          <a:solidFill>
            <a:srgbClr val="5D6443"/>
          </a:solidFill>
          <a:ln/>
        </p:spPr>
      </p:sp>
      <p:pic>
        <p:nvPicPr>
          <p:cNvPr id="3" name="Image 0" descr="/home/claude/assets/circle_taco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839756"/>
            <a:ext cx="5120640" cy="5120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55080" y="502920"/>
            <a:ext cx="54251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u="sng" dirty="0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INTRODUCTION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355080" y="1371600"/>
            <a:ext cx="5470855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Food waste is a major issue despite widespread hunger, with large quantities of edible food discarded daily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Lack of proper coordination and inefficient systems prevent surplus food from reaching those in need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 digital platform can connect donors, NGOs, and beneficiaries for real-time food redistribution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This solution reduces waste, supports community welfare, and promotes sustainable resource utilization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57D5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47924E-DFBA-329A-7754-54574F257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7007F61-A6CF-7DC6-4475-71D4A6F57F64}"/>
              </a:ext>
            </a:extLst>
          </p:cNvPr>
          <p:cNvSpPr/>
          <p:nvPr/>
        </p:nvSpPr>
        <p:spPr>
          <a:xfrm>
            <a:off x="0" y="0"/>
            <a:ext cx="6035040" cy="6858000"/>
          </a:xfrm>
          <a:prstGeom prst="rect">
            <a:avLst/>
          </a:prstGeom>
          <a:solidFill>
            <a:srgbClr val="5D6443"/>
          </a:solidFill>
          <a:ln/>
        </p:spPr>
      </p:sp>
      <p:pic>
        <p:nvPicPr>
          <p:cNvPr id="3" name="Image 0" descr="/home/claude/assets/circle_tacos.jpg">
            <a:extLst>
              <a:ext uri="{FF2B5EF4-FFF2-40B4-BE49-F238E27FC236}">
                <a16:creationId xmlns:a16="http://schemas.microsoft.com/office/drawing/2014/main" id="{0889BBBC-6443-0F2D-68B7-E3244E965D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14400"/>
            <a:ext cx="5120640" cy="512064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A95C29ED-561A-2E2B-16DE-8569989B81E7}"/>
              </a:ext>
            </a:extLst>
          </p:cNvPr>
          <p:cNvSpPr/>
          <p:nvPr/>
        </p:nvSpPr>
        <p:spPr>
          <a:xfrm>
            <a:off x="6355080" y="502920"/>
            <a:ext cx="54251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u="sng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75C6075C-3B7C-3881-0495-FB39F6B83EBD}"/>
              </a:ext>
            </a:extLst>
          </p:cNvPr>
          <p:cNvSpPr/>
          <p:nvPr/>
        </p:nvSpPr>
        <p:spPr>
          <a:xfrm>
            <a:off x="6309360" y="1371600"/>
            <a:ext cx="5470855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lnSpc>
                <a:spcPct val="115000"/>
              </a:lnSpc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Connects food donors with NGOs and people in need.</a:t>
            </a:r>
          </a:p>
          <a:p>
            <a:pPr marL="285750" indent="-285750">
              <a:lnSpc>
                <a:spcPct val="115000"/>
              </a:lnSpc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Allows donors to share surplus food details easily.</a:t>
            </a:r>
          </a:p>
          <a:p>
            <a:pPr marL="285750" indent="-285750">
              <a:lnSpc>
                <a:spcPct val="115000"/>
              </a:lnSpc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Helps volunteers collect and deliver food efficiently.</a:t>
            </a:r>
          </a:p>
          <a:p>
            <a:pPr marL="285750" indent="-285750">
              <a:lnSpc>
                <a:spcPct val="115000"/>
              </a:lnSpc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15000"/>
              </a:lnSpc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location tracking and notifications to reduce food waste and ensure timely distribution.</a:t>
            </a:r>
            <a:endParaRPr lang="en-US" sz="1500" dirty="0">
              <a:solidFill>
                <a:schemeClr val="bg1"/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7136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757D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35040" cy="6858000"/>
          </a:xfrm>
          <a:prstGeom prst="rect">
            <a:avLst/>
          </a:prstGeom>
          <a:solidFill>
            <a:srgbClr val="5D6443"/>
          </a:solidFill>
          <a:ln/>
        </p:spPr>
      </p:sp>
      <p:pic>
        <p:nvPicPr>
          <p:cNvPr id="3" name="Image 0" descr="/home/claude/assets/circle_taco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14400"/>
            <a:ext cx="5120640" cy="5120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55080" y="502920"/>
            <a:ext cx="54251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u="sng" dirty="0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PROBLEM STATEMENT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355080" y="1143000"/>
            <a:ext cx="5470855" cy="40821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lnSpc>
                <a:spcPct val="115000"/>
              </a:lnSpc>
              <a:spcAft>
                <a:spcPts val="1200"/>
              </a:spcAft>
              <a:buSzPct val="100000"/>
            </a:pPr>
            <a:endParaRPr lang="en-US" sz="1500" dirty="0"/>
          </a:p>
          <a:p>
            <a:pPr marL="342900" indent="-342900" algn="l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Inefficient and uncoordinated redistribution leads to delays and food spoilage.</a:t>
            </a:r>
          </a:p>
          <a:p>
            <a:pPr marL="342900" indent="-342900" algn="l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Lack of real-time tracking, location-based matching, and proper monitoring.</a:t>
            </a:r>
          </a:p>
          <a:p>
            <a:pPr marL="342900" indent="-342900" algn="l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Need for a reliable digital solution to ensure timely and efficient food distribution.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5D64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rect_sala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1758" y="1553197"/>
            <a:ext cx="4444593" cy="259170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735467" y="1268069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u="sng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7175241" y="2145107"/>
            <a:ext cx="53949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food waste and supports needy people.</a:t>
            </a: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donors and recipients.</a:t>
            </a: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real-time food sharing.</a:t>
            </a: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 timely and efficient distribution.</a:t>
            </a: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location-based matching</a:t>
            </a: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757D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35040" cy="6858000"/>
          </a:xfrm>
          <a:prstGeom prst="rect">
            <a:avLst/>
          </a:prstGeom>
          <a:solidFill>
            <a:srgbClr val="5D6443"/>
          </a:solidFill>
          <a:ln/>
        </p:spPr>
      </p:sp>
      <p:pic>
        <p:nvPicPr>
          <p:cNvPr id="3" name="Image 0" descr="/home/claude/assets/circle_taco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23731"/>
            <a:ext cx="5120640" cy="5120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55080" y="502920"/>
            <a:ext cx="54251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u="sng" dirty="0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EXISTING SYSTEM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355080" y="1371600"/>
            <a:ext cx="5470855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Food redistribution is mostly manual and handled by individuals without a centralized platform.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Lack of real-time information about available surplus food and nearby recipients.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Poor coordination leads to delays, mismanagement, and food spoilage.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Limited use of technology; communication is often through calls or messaging.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No proper tracking, monitoring, or analytics for transparency and efficiency.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757D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331"/>
            <a:ext cx="6035040" cy="6858000"/>
          </a:xfrm>
          <a:prstGeom prst="rect">
            <a:avLst/>
          </a:prstGeom>
          <a:solidFill>
            <a:srgbClr val="5D6443"/>
          </a:solidFill>
          <a:ln/>
        </p:spPr>
      </p:sp>
      <p:pic>
        <p:nvPicPr>
          <p:cNvPr id="3" name="Image 0" descr="/home/claude/assets/circle_taco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14400"/>
            <a:ext cx="5120640" cy="5120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55080" y="502920"/>
            <a:ext cx="54251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u="sng" dirty="0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PROPOSED SYSTEM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355080" y="1371600"/>
            <a:ext cx="5470855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 web-based platform that connects food donors, NGOs, volunteers, and beneficiaries.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Donors can upload surplus food details (type, quantity, location, availability time) in real time.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Location-based matching helps identify nearest recipients and enables quick pickup.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Includes features like expiry tracking, notifications, and priority-based allocation.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Admin dashboard for monitoring, reporting, and improving transparency and efficiency.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D644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4C1ABC-26FB-53F3-F314-4C566BC69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rect_salad.jpg">
            <a:extLst>
              <a:ext uri="{FF2B5EF4-FFF2-40B4-BE49-F238E27FC236}">
                <a16:creationId xmlns:a16="http://schemas.microsoft.com/office/drawing/2014/main" id="{150AD39C-B4BB-A9C0-8C8B-8E8F6425AB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1758" y="1553197"/>
            <a:ext cx="4444593" cy="2591702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CA2BA2E6-D85D-CDC4-2350-F00A04BE1D8D}"/>
              </a:ext>
            </a:extLst>
          </p:cNvPr>
          <p:cNvSpPr/>
          <p:nvPr/>
        </p:nvSpPr>
        <p:spPr>
          <a:xfrm>
            <a:off x="7576847" y="670909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u="sng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SCOPE OF PROJECT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5E35641D-55B3-454D-846D-E8177805A624}"/>
              </a:ext>
            </a:extLst>
          </p:cNvPr>
          <p:cNvSpPr/>
          <p:nvPr/>
        </p:nvSpPr>
        <p:spPr>
          <a:xfrm>
            <a:off x="7175241" y="1553197"/>
            <a:ext cx="4683967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Provides a simple platform for managing food donations.</a:t>
            </a: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Enables real-time updates on food availability.</a:t>
            </a: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Supports coordination between donors, NGOs, and volunteers.</a:t>
            </a: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Maintains donation records and delivery status.</a:t>
            </a:r>
            <a:endParaRPr lang="en-US" sz="1500" dirty="0">
              <a:solidFill>
                <a:schemeClr val="bg1"/>
              </a:solidFill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endParaRPr lang="en-US" sz="1500" dirty="0">
              <a:solidFill>
                <a:schemeClr val="bg1"/>
              </a:solidFill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Offers an admin dashboard for monitoring and reporting.</a:t>
            </a:r>
          </a:p>
        </p:txBody>
      </p:sp>
    </p:spTree>
    <p:extLst>
      <p:ext uri="{BB962C8B-B14F-4D97-AF65-F5344CB8AC3E}">
        <p14:creationId xmlns:p14="http://schemas.microsoft.com/office/powerpoint/2010/main" val="10228454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757D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u="sng" dirty="0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LITERATURE REVIEW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14400"/>
          <a:ext cx="10835640" cy="5577838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968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Title &amp; Year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Author(s) &amp; Publication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Algorithm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Methodology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Key Finding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68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</a:rPr>
                        <a:t>Surplus Food Donation: Effectiveness, Carbon Footprint &amp; Rebound Effect (2022)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</a:rPr>
                        <a:t>Niina Sundin et al. — Resources, Conservation &amp; Recycling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</a:rPr>
                        <a:t>Material Flow Analysis + LCA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</a:rPr>
                        <a:t>Food donation analysis, carbon footprint calculation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</a:rPr>
                        <a:t>Carbon footprint, recovery rate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</a:rPr>
                        <a:t>Redistribution beat anaerobic digestion on environmental benefit.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68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</a:rPr>
                        <a:t>Understanding Food Waste-Reducing Platforms: A Mini-Review (2023)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</a:rPr>
                        <a:t>Fabio de Almeida Oroski et al. — Waste Management &amp; Research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</a:rPr>
                        <a:t>Systematic Literature Review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</a:rPr>
                        <a:t>Digital food-sharing platform &amp; stakeholder analysis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</a:rPr>
                        <a:t>Platform effectiveness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</a:rPr>
                        <a:t>Platforms connect donors &amp; receivers but need trust and coordination.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68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</a:rPr>
                        <a:t>Game Theoretic Framework for Surplus Food Distribution in Smart Cities (2021)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</a:rPr>
                        <a:t>Surja Sanyal et al.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</a:rPr>
                        <a:t>Game Theory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</a:rPr>
                        <a:t>Smart donor–recipient matching, optimized allocation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</a:rPr>
                        <a:t>Resource utilization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</a:rPr>
                        <a:t>Improved fairness and efficiency of city-wide distribution.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68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</a:rPr>
                        <a:t>Food Surplus Redistribution in the European Policy Context (2026)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</a:rPr>
                        <a:t>Sustainable Futures (Elsevier)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</a:rPr>
                        <a:t>Digital Platform + Socio-Technical System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</a:rPr>
                        <a:t>Policy-based redistribution, digital coordination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</a:rPr>
                        <a:t>Food redistributed, social impact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</a:rPr>
                        <a:t>Large-scale redistribution with strong social/economic benefit.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68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</a:rPr>
                        <a:t>Systematic Review of Data-Driven Approaches to Food Waste &amp; Loss Management (2025)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</a:rPr>
                        <a:t>Environmental Advances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</a:rPr>
                        <a:t>Machine Learning + Digital Tech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</a:rPr>
                        <a:t>AI prediction, mobile apps, blockchain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</a:rPr>
                        <a:t>Prediction accuracy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</a:rPr>
                        <a:t>AI/data-driven tools improve prediction and redistribution.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68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</a:rPr>
                        <a:t>Digital Technologies and Food Waste: FoodCloud Platform (2026)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</a:rPr>
                        <a:t>Michalis K. — SSRN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</a:rPr>
                        <a:t>Digital Platform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</a:rPr>
                        <a:t>Real-time donor–NGO matching, food tracking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</a:rPr>
                        <a:t>Usability, efficiency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A3A3A"/>
                          </a:solidFill>
                        </a:rPr>
                        <a:t>Digital platforms make donation faster, transparent, efficient.</a:t>
                      </a:r>
                      <a:endParaRPr lang="en-US" sz="9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757D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rect_tacos_pou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0"/>
            <a:ext cx="4599432" cy="38770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u="sng" dirty="0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TECHNOLOGIES USED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1289491"/>
            <a:ext cx="6766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Frontend: </a:t>
            </a: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HTML, CSS, JavaScript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57200" y="2148840"/>
            <a:ext cx="6766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Backend: </a:t>
            </a: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Python , Flask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57200" y="3017520"/>
            <a:ext cx="6766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Database: </a:t>
            </a: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MySQL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57200" y="3886200"/>
            <a:ext cx="6766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APIs &amp; Services</a:t>
            </a: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: </a:t>
            </a: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Google Maps API (for location-based matching), Notification APIs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57200" y="4754880"/>
            <a:ext cx="6766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IDE: </a:t>
            </a: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VS Code</a:t>
            </a:r>
          </a:p>
          <a:p>
            <a:pPr marL="0" indent="0">
              <a:buNone/>
            </a:pPr>
            <a:endParaRPr lang="en-US" sz="1400" dirty="0">
              <a:solidFill>
                <a:srgbClr val="FFFFFF"/>
              </a:solidFill>
              <a:latin typeface="Arial" pitchFamily="34" charset="0"/>
              <a:cs typeface="Arial" pitchFamily="34" charset="-120"/>
            </a:endParaRPr>
          </a:p>
          <a:p>
            <a:pPr marL="0" indent="0">
              <a:buNone/>
            </a:pPr>
            <a:endParaRPr lang="en-US" sz="1400" dirty="0">
              <a:solidFill>
                <a:srgbClr val="FFFFFF"/>
              </a:solidFill>
              <a:latin typeface="Arial" pitchFamily="34" charset="0"/>
              <a:cs typeface="Arial" pitchFamily="34" charset="-120"/>
            </a:endParaRPr>
          </a:p>
          <a:p>
            <a:pPr marL="0" indent="0">
              <a:buNone/>
            </a:pPr>
            <a:endParaRPr lang="en-US" sz="1400" b="1" dirty="0">
              <a:solidFill>
                <a:srgbClr val="FFFFFF"/>
              </a:solidFill>
              <a:latin typeface="Arial" pitchFamily="34" charset="0"/>
              <a:cs typeface="Arial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Version Control: </a:t>
            </a: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 and GitHub</a:t>
            </a:r>
          </a:p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757D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0"/>
            <a:ext cx="5516575" cy="1463040"/>
          </a:xfrm>
          <a:prstGeom prst="rect">
            <a:avLst/>
          </a:prstGeom>
          <a:solidFill>
            <a:srgbClr val="5D64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u="sng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FEASIBILITY STUDY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02920" cy="502920"/>
          </a:xfrm>
          <a:prstGeom prst="ellipse">
            <a:avLst/>
          </a:prstGeom>
          <a:solidFill>
            <a:srgbClr val="E9CFC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28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234440" y="1051560"/>
            <a:ext cx="10424160" cy="941832"/>
          </a:xfrm>
          <a:prstGeom prst="rect">
            <a:avLst/>
          </a:prstGeom>
          <a:solidFill>
            <a:srgbClr val="FBFAF7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1188720"/>
            <a:ext cx="9668381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E2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Feasibility
</a:t>
            </a: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Developed using HTML , CSS, JavaScript , Python and MySQL with location and notification APIs.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267712"/>
            <a:ext cx="502920" cy="502920"/>
          </a:xfrm>
          <a:prstGeom prst="ellipse">
            <a:avLst/>
          </a:prstGeom>
          <a:solidFill>
            <a:srgbClr val="E9CFC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267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28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34440" y="2130552"/>
            <a:ext cx="10424160" cy="941832"/>
          </a:xfrm>
          <a:prstGeom prst="rect">
            <a:avLst/>
          </a:prstGeom>
          <a:solidFill>
            <a:srgbClr val="FBFAF7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2185416"/>
            <a:ext cx="9966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E2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Feasibility
</a:t>
            </a: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open-source technologies and low-cost APIs, making development affordable.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346704"/>
            <a:ext cx="502920" cy="502920"/>
          </a:xfrm>
          <a:prstGeom prst="ellipse">
            <a:avLst/>
          </a:prstGeom>
          <a:solidFill>
            <a:srgbClr val="E9CFC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3467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28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234440" y="3209544"/>
            <a:ext cx="10424160" cy="941832"/>
          </a:xfrm>
          <a:prstGeom prst="rect">
            <a:avLst/>
          </a:prstGeom>
          <a:solidFill>
            <a:srgbClr val="FBFAF7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63040" y="3264408"/>
            <a:ext cx="9966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E2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Feasibility
</a:t>
            </a: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use or donors, NGOs , volunteers , and admin.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425696"/>
            <a:ext cx="502920" cy="502920"/>
          </a:xfrm>
          <a:prstGeom prst="ellipse">
            <a:avLst/>
          </a:prstGeom>
          <a:solidFill>
            <a:srgbClr val="E9CFC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4256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28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234440" y="4288536"/>
            <a:ext cx="10424160" cy="941832"/>
          </a:xfrm>
          <a:prstGeom prst="rect">
            <a:avLst/>
          </a:prstGeom>
          <a:solidFill>
            <a:srgbClr val="FBFAF7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63040" y="4343400"/>
            <a:ext cx="9966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E2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Feasibility
</a:t>
            </a: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be completed within the academic project timeline by developing modules step by step.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5504688"/>
            <a:ext cx="502920" cy="502920"/>
          </a:xfrm>
          <a:prstGeom prst="ellipse">
            <a:avLst/>
          </a:prstGeom>
          <a:solidFill>
            <a:srgbClr val="E9CFCB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5046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28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234440" y="5367528"/>
            <a:ext cx="10424160" cy="941832"/>
          </a:xfrm>
          <a:prstGeom prst="rect">
            <a:avLst/>
          </a:prstGeom>
          <a:solidFill>
            <a:srgbClr val="FBFAF7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63040" y="5422392"/>
            <a:ext cx="99669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E28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Feasibility
</a:t>
            </a: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Helps reduce food waste , support needy people and promote sustain able resource utilization.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57D5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8F8E7F-8301-E3B8-939F-8DFB30116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rect_tacos_pour.jpg">
            <a:extLst>
              <a:ext uri="{FF2B5EF4-FFF2-40B4-BE49-F238E27FC236}">
                <a16:creationId xmlns:a16="http://schemas.microsoft.com/office/drawing/2014/main" id="{6CF06449-F620-5852-DB19-07D6E3DC46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4952" y="37322"/>
            <a:ext cx="4274000" cy="3602736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2AF06F9F-3700-130A-4CB5-9C0F48EA955D}"/>
              </a:ext>
            </a:extLst>
          </p:cNvPr>
          <p:cNvSpPr/>
          <p:nvPr/>
        </p:nvSpPr>
        <p:spPr>
          <a:xfrm>
            <a:off x="233265" y="130629"/>
            <a:ext cx="7399175" cy="692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u="sng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AND HARDWARE REQUIREMENTS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A7FA890F-9E1A-5BC1-6E8A-A0793919FD4F}"/>
              </a:ext>
            </a:extLst>
          </p:cNvPr>
          <p:cNvSpPr/>
          <p:nvPr/>
        </p:nvSpPr>
        <p:spPr>
          <a:xfrm>
            <a:off x="457200" y="1119673"/>
            <a:ext cx="6766560" cy="8462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Processor: Intel Core i3 or above</a:t>
            </a:r>
          </a:p>
          <a:p>
            <a:pPr marL="342900" indent="-342900">
              <a:buFont typeface="+mj-lt"/>
              <a:buAutoNum type="arabicPeriod"/>
            </a:pP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RAM: Minimum 4 GB</a:t>
            </a:r>
          </a:p>
          <a:p>
            <a:pPr marL="342900" indent="-342900">
              <a:buFont typeface="+mj-lt"/>
              <a:buAutoNum type="arabicPeriod"/>
            </a:pP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Hard Disk: 500 GB</a:t>
            </a:r>
          </a:p>
          <a:p>
            <a:pPr marL="342900" indent="-342900">
              <a:buFont typeface="+mj-lt"/>
              <a:buAutoNum type="arabicPeriod"/>
            </a:pP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 Windows 10 or above</a:t>
            </a:r>
          </a:p>
          <a:p>
            <a:pPr marL="342900" indent="-342900">
              <a:buFont typeface="+mj-lt"/>
              <a:buAutoNum type="arabicPeriod"/>
            </a:pP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Internet connection </a:t>
            </a:r>
          </a:p>
          <a:p>
            <a:pPr marL="342900" indent="-342900">
              <a:buFont typeface="+mj-lt"/>
              <a:buAutoNum type="arabicPeriod"/>
            </a:pPr>
            <a:endParaRPr lang="en-US" sz="1400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n-US" sz="1400" dirty="0">
              <a:solidFill>
                <a:schemeClr val="bg1"/>
              </a:solidFill>
            </a:endParaRPr>
          </a:p>
          <a:p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Front End: HTML, CSS, JavaScript</a:t>
            </a:r>
          </a:p>
          <a:p>
            <a:pPr marL="342900" indent="-342900">
              <a:buFont typeface="+mj-lt"/>
              <a:buAutoNum type="arabicPeriod"/>
            </a:pP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 End: Python, Flask</a:t>
            </a:r>
          </a:p>
          <a:p>
            <a:pPr marL="342900" indent="-342900">
              <a:buFont typeface="+mj-lt"/>
              <a:buAutoNum type="arabicPeriod"/>
            </a:pP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Database: MySQL</a:t>
            </a:r>
          </a:p>
          <a:p>
            <a:pPr marL="342900" indent="-342900">
              <a:buFont typeface="+mj-lt"/>
              <a:buAutoNum type="arabicPeriod"/>
            </a:pP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IDE: Visual Studio Code</a:t>
            </a: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97AED2B3-8F2F-D7AF-2436-7DF81DA9112C}"/>
              </a:ext>
            </a:extLst>
          </p:cNvPr>
          <p:cNvSpPr/>
          <p:nvPr/>
        </p:nvSpPr>
        <p:spPr>
          <a:xfrm>
            <a:off x="457200" y="4754880"/>
            <a:ext cx="6766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400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endParaRPr lang="en-US" sz="1400" dirty="0">
              <a:solidFill>
                <a:srgbClr val="FFFFFF"/>
              </a:solidFill>
              <a:latin typeface="Arial" pitchFamily="34" charset="0"/>
              <a:cs typeface="Arial" pitchFamily="34" charset="-120"/>
            </a:endParaRPr>
          </a:p>
          <a:p>
            <a:pPr marL="0" indent="0">
              <a:buNone/>
            </a:pPr>
            <a:endParaRPr lang="en-US" sz="1400" dirty="0">
              <a:solidFill>
                <a:srgbClr val="FFFFFF"/>
              </a:solidFill>
              <a:latin typeface="Arial" pitchFamily="34" charset="0"/>
              <a:cs typeface="Arial" pitchFamily="34" charset="-120"/>
            </a:endParaRPr>
          </a:p>
          <a:p>
            <a:pPr marL="0" indent="0">
              <a:buNone/>
            </a:pPr>
            <a:endParaRPr lang="en-US" sz="1400" b="1" dirty="0">
              <a:solidFill>
                <a:srgbClr val="FFFFFF"/>
              </a:solidFill>
              <a:latin typeface="Arial" pitchFamily="34" charset="0"/>
              <a:cs typeface="Arial" pitchFamily="34" charset="-120"/>
            </a:endParaRPr>
          </a:p>
          <a:p>
            <a:pPr marL="0" indent="0">
              <a:buNone/>
            </a:pPr>
            <a:endParaRPr lang="en-US" sz="1400" dirty="0">
              <a:solidFill>
                <a:srgbClr val="FFFFFF"/>
              </a:solidFill>
              <a:latin typeface="Arial" pitchFamily="34" charset="0"/>
              <a:cs typeface="Arial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710204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D644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111858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u="sng" dirty="0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SYSTEM ARCHITECTURE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3E7516-B79B-2599-CC0C-0AD29B6799A2}"/>
              </a:ext>
            </a:extLst>
          </p:cNvPr>
          <p:cNvSpPr/>
          <p:nvPr/>
        </p:nvSpPr>
        <p:spPr>
          <a:xfrm>
            <a:off x="2763520" y="1257300"/>
            <a:ext cx="7579360" cy="3683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A5C1043-B496-EEEE-91FB-E56D3D9EAC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438" y="1257300"/>
            <a:ext cx="10655123" cy="56007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D644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111858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u="sng" dirty="0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DFD — LEVEL 0 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7E7F70-A8A4-B60C-B575-4CCB90B9D70F}"/>
              </a:ext>
            </a:extLst>
          </p:cNvPr>
          <p:cNvSpPr/>
          <p:nvPr/>
        </p:nvSpPr>
        <p:spPr>
          <a:xfrm>
            <a:off x="1319420" y="1257300"/>
            <a:ext cx="1433940" cy="6629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AD0A99-3739-E98A-7B26-76D1E409A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060" y="1192466"/>
            <a:ext cx="10394303" cy="543102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D644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111858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u="sng" dirty="0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DFD — LEVEL 1 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0DD18C-9334-4DB3-062F-B953CB43311C}"/>
              </a:ext>
            </a:extLst>
          </p:cNvPr>
          <p:cNvSpPr/>
          <p:nvPr/>
        </p:nvSpPr>
        <p:spPr>
          <a:xfrm>
            <a:off x="1319420" y="1257300"/>
            <a:ext cx="1433940" cy="6629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3999DC-499B-D09F-BF60-8AAF961D51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1184988"/>
            <a:ext cx="10287000" cy="567301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2D8EA1C-7279-5B7E-1EFE-5A0B91CB7DEC}"/>
              </a:ext>
            </a:extLst>
          </p:cNvPr>
          <p:cNvSpPr/>
          <p:nvPr/>
        </p:nvSpPr>
        <p:spPr>
          <a:xfrm>
            <a:off x="3848211" y="1463040"/>
            <a:ext cx="4324740" cy="28956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DDD804-84E4-94F5-153F-38F0C51710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490" y="1184988"/>
            <a:ext cx="10291020" cy="567301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439D9CA-453C-1E4E-EA12-21FD0BBC1B7A}"/>
              </a:ext>
            </a:extLst>
          </p:cNvPr>
          <p:cNvSpPr/>
          <p:nvPr/>
        </p:nvSpPr>
        <p:spPr>
          <a:xfrm>
            <a:off x="11016970" y="2051180"/>
            <a:ext cx="671805" cy="37135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chemeClr val="bg1"/>
                </a:solidFill>
              </a:ln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4337709-BA8D-6507-7859-EA73A4B469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16970" y="4095375"/>
            <a:ext cx="682811" cy="45796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045C5A3-F5BC-BA97-8B96-D2E23D2CE535}"/>
              </a:ext>
            </a:extLst>
          </p:cNvPr>
          <p:cNvSpPr/>
          <p:nvPr/>
        </p:nvSpPr>
        <p:spPr>
          <a:xfrm>
            <a:off x="11016970" y="2724539"/>
            <a:ext cx="466530" cy="40121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3482F9-245F-B173-1601-E99E0976F2D6}"/>
              </a:ext>
            </a:extLst>
          </p:cNvPr>
          <p:cNvSpPr/>
          <p:nvPr/>
        </p:nvSpPr>
        <p:spPr>
          <a:xfrm>
            <a:off x="11016970" y="3395791"/>
            <a:ext cx="429208" cy="45049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9C657D3-373E-3C03-752B-B2740CC3103B}"/>
              </a:ext>
            </a:extLst>
          </p:cNvPr>
          <p:cNvSpPr/>
          <p:nvPr/>
        </p:nvSpPr>
        <p:spPr>
          <a:xfrm>
            <a:off x="11016970" y="4822370"/>
            <a:ext cx="363894" cy="50540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AFBE3A0-2E3D-B621-69E3-FDC5C22C02E2}"/>
              </a:ext>
            </a:extLst>
          </p:cNvPr>
          <p:cNvSpPr/>
          <p:nvPr/>
        </p:nvSpPr>
        <p:spPr>
          <a:xfrm>
            <a:off x="10979647" y="5522167"/>
            <a:ext cx="401217" cy="43076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83AAFF6-A3BD-F4A5-FB9C-3CA377FF69A3}"/>
              </a:ext>
            </a:extLst>
          </p:cNvPr>
          <p:cNvSpPr/>
          <p:nvPr/>
        </p:nvSpPr>
        <p:spPr>
          <a:xfrm>
            <a:off x="11016970" y="6195526"/>
            <a:ext cx="274626" cy="382554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D644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111858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u="sng" dirty="0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DFD — LEVEL 1 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6DF0F4-A2FF-FA03-B98E-90A7F6C16000}"/>
              </a:ext>
            </a:extLst>
          </p:cNvPr>
          <p:cNvSpPr/>
          <p:nvPr/>
        </p:nvSpPr>
        <p:spPr>
          <a:xfrm>
            <a:off x="1319420" y="1257300"/>
            <a:ext cx="1433940" cy="6629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81BD38-667C-E76A-6811-A570D5BAFECB}"/>
              </a:ext>
            </a:extLst>
          </p:cNvPr>
          <p:cNvSpPr/>
          <p:nvPr/>
        </p:nvSpPr>
        <p:spPr>
          <a:xfrm>
            <a:off x="3275045" y="1184988"/>
            <a:ext cx="3928188" cy="41054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D15D77-F951-0303-35BD-4057F0E8403C}"/>
              </a:ext>
            </a:extLst>
          </p:cNvPr>
          <p:cNvSpPr/>
          <p:nvPr/>
        </p:nvSpPr>
        <p:spPr>
          <a:xfrm>
            <a:off x="9731828" y="1770950"/>
            <a:ext cx="354564" cy="43356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CD1244-B14B-6296-65D5-838258654293}"/>
              </a:ext>
            </a:extLst>
          </p:cNvPr>
          <p:cNvSpPr/>
          <p:nvPr/>
        </p:nvSpPr>
        <p:spPr>
          <a:xfrm>
            <a:off x="9731828" y="3035247"/>
            <a:ext cx="354564" cy="40121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82E4CF-A720-BA22-F402-CB6DFB509369}"/>
              </a:ext>
            </a:extLst>
          </p:cNvPr>
          <p:cNvSpPr/>
          <p:nvPr/>
        </p:nvSpPr>
        <p:spPr>
          <a:xfrm>
            <a:off x="9731828" y="2401078"/>
            <a:ext cx="354564" cy="40121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5D98E6-01A5-F938-555B-C2864AED8D87}"/>
              </a:ext>
            </a:extLst>
          </p:cNvPr>
          <p:cNvSpPr/>
          <p:nvPr/>
        </p:nvSpPr>
        <p:spPr>
          <a:xfrm>
            <a:off x="9806473" y="3655734"/>
            <a:ext cx="354564" cy="43356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A955829-F673-63A0-42E0-C7832003F3EC}"/>
              </a:ext>
            </a:extLst>
          </p:cNvPr>
          <p:cNvSpPr/>
          <p:nvPr/>
        </p:nvSpPr>
        <p:spPr>
          <a:xfrm>
            <a:off x="9806473" y="4390053"/>
            <a:ext cx="373224" cy="40121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8601434-BC7D-887C-39F7-BBEEC9725841}"/>
              </a:ext>
            </a:extLst>
          </p:cNvPr>
          <p:cNvSpPr/>
          <p:nvPr/>
        </p:nvSpPr>
        <p:spPr>
          <a:xfrm>
            <a:off x="9806473" y="4907903"/>
            <a:ext cx="508519" cy="49172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EA5772-85A7-963B-5525-CB105C1F54DD}"/>
              </a:ext>
            </a:extLst>
          </p:cNvPr>
          <p:cNvSpPr/>
          <p:nvPr/>
        </p:nvSpPr>
        <p:spPr>
          <a:xfrm>
            <a:off x="9801809" y="5617029"/>
            <a:ext cx="513183" cy="39281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4357D52-D7CC-1C6D-B5D8-40BB2E48553E}"/>
              </a:ext>
            </a:extLst>
          </p:cNvPr>
          <p:cNvSpPr/>
          <p:nvPr/>
        </p:nvSpPr>
        <p:spPr>
          <a:xfrm>
            <a:off x="9801809" y="6246845"/>
            <a:ext cx="597159" cy="41521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CBD42D-218F-685B-6E04-7483F16B39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741" y="1257300"/>
            <a:ext cx="10282518" cy="548873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BBB148-FDD4-43DE-F99A-ED01E0F6B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D3FD593-09C2-3D1D-F7D3-42D486E56D9D}"/>
              </a:ext>
            </a:extLst>
          </p:cNvPr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D6443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85B4D5C-7432-E3D2-133D-749FA83C7B47}"/>
              </a:ext>
            </a:extLst>
          </p:cNvPr>
          <p:cNvSpPr/>
          <p:nvPr/>
        </p:nvSpPr>
        <p:spPr>
          <a:xfrm>
            <a:off x="502920" y="164592"/>
            <a:ext cx="111858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u="sng" dirty="0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DFD — LEVEL 1 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653956-7682-05FF-D13C-7550D1B1E825}"/>
              </a:ext>
            </a:extLst>
          </p:cNvPr>
          <p:cNvSpPr/>
          <p:nvPr/>
        </p:nvSpPr>
        <p:spPr>
          <a:xfrm>
            <a:off x="1319420" y="1257300"/>
            <a:ext cx="1433940" cy="6629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D1D0DF-731E-5B1F-2257-5A34CB74DCCE}"/>
              </a:ext>
            </a:extLst>
          </p:cNvPr>
          <p:cNvSpPr/>
          <p:nvPr/>
        </p:nvSpPr>
        <p:spPr>
          <a:xfrm>
            <a:off x="3275045" y="1184988"/>
            <a:ext cx="3928188" cy="41054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41E887-6427-5469-FAA8-6BEB4B3668AD}"/>
              </a:ext>
            </a:extLst>
          </p:cNvPr>
          <p:cNvSpPr/>
          <p:nvPr/>
        </p:nvSpPr>
        <p:spPr>
          <a:xfrm>
            <a:off x="9731828" y="1770950"/>
            <a:ext cx="354564" cy="43356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97D54A-15B6-0FAA-8C6B-CE678DF8536E}"/>
              </a:ext>
            </a:extLst>
          </p:cNvPr>
          <p:cNvSpPr/>
          <p:nvPr/>
        </p:nvSpPr>
        <p:spPr>
          <a:xfrm>
            <a:off x="9731828" y="3035247"/>
            <a:ext cx="354564" cy="40121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ECDF5A-EAF9-AAD1-8A42-0CA945A9A122}"/>
              </a:ext>
            </a:extLst>
          </p:cNvPr>
          <p:cNvSpPr/>
          <p:nvPr/>
        </p:nvSpPr>
        <p:spPr>
          <a:xfrm>
            <a:off x="9731828" y="2401078"/>
            <a:ext cx="354564" cy="40121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3409217-BFD0-351D-3518-0BF2A23CE664}"/>
              </a:ext>
            </a:extLst>
          </p:cNvPr>
          <p:cNvSpPr/>
          <p:nvPr/>
        </p:nvSpPr>
        <p:spPr>
          <a:xfrm>
            <a:off x="9806473" y="3655734"/>
            <a:ext cx="354564" cy="43356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1CC272-5447-D081-E9F0-A8F9F620427C}"/>
              </a:ext>
            </a:extLst>
          </p:cNvPr>
          <p:cNvSpPr/>
          <p:nvPr/>
        </p:nvSpPr>
        <p:spPr>
          <a:xfrm>
            <a:off x="9806473" y="4390053"/>
            <a:ext cx="373224" cy="40121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8D1433C-C490-84C3-EF1B-08DFB5472C79}"/>
              </a:ext>
            </a:extLst>
          </p:cNvPr>
          <p:cNvSpPr/>
          <p:nvPr/>
        </p:nvSpPr>
        <p:spPr>
          <a:xfrm>
            <a:off x="9806473" y="4907903"/>
            <a:ext cx="508519" cy="49172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3D992D1-16BD-CB7A-B60A-39F596C0F197}"/>
              </a:ext>
            </a:extLst>
          </p:cNvPr>
          <p:cNvSpPr/>
          <p:nvPr/>
        </p:nvSpPr>
        <p:spPr>
          <a:xfrm>
            <a:off x="9801809" y="5617029"/>
            <a:ext cx="513183" cy="39281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DAC9E13-6F58-E8F3-A871-43EF998F0DCF}"/>
              </a:ext>
            </a:extLst>
          </p:cNvPr>
          <p:cNvSpPr/>
          <p:nvPr/>
        </p:nvSpPr>
        <p:spPr>
          <a:xfrm>
            <a:off x="9801809" y="6246845"/>
            <a:ext cx="597159" cy="41521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068CD-AB8F-9B0B-F2F9-59D9CEB66D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741" y="1184988"/>
            <a:ext cx="10282518" cy="5327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6729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C7E52D-05FC-C188-69D1-B0FAA6159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3BAC69F-12EB-A896-8E21-EFCDE888F9DA}"/>
              </a:ext>
            </a:extLst>
          </p:cNvPr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D6443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57C3188-8636-D88B-6DB0-9C1318C49363}"/>
              </a:ext>
            </a:extLst>
          </p:cNvPr>
          <p:cNvSpPr/>
          <p:nvPr/>
        </p:nvSpPr>
        <p:spPr>
          <a:xfrm>
            <a:off x="502920" y="164592"/>
            <a:ext cx="111858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u="sng" dirty="0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DFD — LEVEL 1 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3A99CA-3412-75F9-B4FF-474CA535F267}"/>
              </a:ext>
            </a:extLst>
          </p:cNvPr>
          <p:cNvSpPr/>
          <p:nvPr/>
        </p:nvSpPr>
        <p:spPr>
          <a:xfrm>
            <a:off x="1319420" y="1257300"/>
            <a:ext cx="1433940" cy="6629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588AD4-E558-A03F-1DC6-A3AFA67CFC23}"/>
              </a:ext>
            </a:extLst>
          </p:cNvPr>
          <p:cNvSpPr/>
          <p:nvPr/>
        </p:nvSpPr>
        <p:spPr>
          <a:xfrm>
            <a:off x="3275045" y="1184988"/>
            <a:ext cx="3928188" cy="41054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D03743-967D-82A0-A491-FC39B5989051}"/>
              </a:ext>
            </a:extLst>
          </p:cNvPr>
          <p:cNvSpPr/>
          <p:nvPr/>
        </p:nvSpPr>
        <p:spPr>
          <a:xfrm>
            <a:off x="9731828" y="1770950"/>
            <a:ext cx="354564" cy="43356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789831-8EE9-52E0-4938-0A1E9AF68E23}"/>
              </a:ext>
            </a:extLst>
          </p:cNvPr>
          <p:cNvSpPr/>
          <p:nvPr/>
        </p:nvSpPr>
        <p:spPr>
          <a:xfrm>
            <a:off x="9731828" y="3035247"/>
            <a:ext cx="354564" cy="40121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AA58502-5981-DBD0-8E2A-9B2D72D9429A}"/>
              </a:ext>
            </a:extLst>
          </p:cNvPr>
          <p:cNvSpPr/>
          <p:nvPr/>
        </p:nvSpPr>
        <p:spPr>
          <a:xfrm>
            <a:off x="9731828" y="2401078"/>
            <a:ext cx="354564" cy="40121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7346B77-66B1-3003-51D5-7EDA9B17A03F}"/>
              </a:ext>
            </a:extLst>
          </p:cNvPr>
          <p:cNvSpPr/>
          <p:nvPr/>
        </p:nvSpPr>
        <p:spPr>
          <a:xfrm>
            <a:off x="9806473" y="3655734"/>
            <a:ext cx="354564" cy="43356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4B3FC7-D0C8-2267-0A72-02F61D10BDD3}"/>
              </a:ext>
            </a:extLst>
          </p:cNvPr>
          <p:cNvSpPr/>
          <p:nvPr/>
        </p:nvSpPr>
        <p:spPr>
          <a:xfrm>
            <a:off x="9806473" y="4390053"/>
            <a:ext cx="373224" cy="40121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D83242F-CE39-00CE-7C46-153E3C7B4328}"/>
              </a:ext>
            </a:extLst>
          </p:cNvPr>
          <p:cNvSpPr/>
          <p:nvPr/>
        </p:nvSpPr>
        <p:spPr>
          <a:xfrm>
            <a:off x="9806473" y="4907903"/>
            <a:ext cx="508519" cy="49172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E3FAFCD-8442-09D6-F96E-EFC4CAB3A43C}"/>
              </a:ext>
            </a:extLst>
          </p:cNvPr>
          <p:cNvSpPr/>
          <p:nvPr/>
        </p:nvSpPr>
        <p:spPr>
          <a:xfrm>
            <a:off x="9801809" y="5617029"/>
            <a:ext cx="513183" cy="39281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9C0A2B6-E70A-998F-A9EC-4FB2343727BC}"/>
              </a:ext>
            </a:extLst>
          </p:cNvPr>
          <p:cNvSpPr/>
          <p:nvPr/>
        </p:nvSpPr>
        <p:spPr>
          <a:xfrm>
            <a:off x="9801809" y="6246845"/>
            <a:ext cx="597159" cy="41521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11C300-26FF-56A6-6889-8284C2B4E4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741" y="1257300"/>
            <a:ext cx="10282518" cy="5236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2673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D644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111858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u="sng" dirty="0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ER DIAGRAM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7B2160-ED19-BDA9-BF28-38E5114F17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238" y="1352939"/>
            <a:ext cx="9442578" cy="524846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B6A1A70-947C-F4F2-4FE6-C25AB8207E9F}"/>
              </a:ext>
            </a:extLst>
          </p:cNvPr>
          <p:cNvSpPr/>
          <p:nvPr/>
        </p:nvSpPr>
        <p:spPr>
          <a:xfrm>
            <a:off x="2090057" y="2351314"/>
            <a:ext cx="186612" cy="10263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1E699D-048A-17FE-2288-C8B22BD3FA62}"/>
              </a:ext>
            </a:extLst>
          </p:cNvPr>
          <p:cNvSpPr/>
          <p:nvPr/>
        </p:nvSpPr>
        <p:spPr>
          <a:xfrm>
            <a:off x="3998167" y="2164702"/>
            <a:ext cx="158620" cy="10263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B86ABC-A13D-0D09-693A-8FFBFCB58C8C}"/>
              </a:ext>
            </a:extLst>
          </p:cNvPr>
          <p:cNvSpPr/>
          <p:nvPr/>
        </p:nvSpPr>
        <p:spPr>
          <a:xfrm>
            <a:off x="2626568" y="2612572"/>
            <a:ext cx="121298" cy="9330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D7D352-67E9-E68B-9A77-88C4CDBED133}"/>
              </a:ext>
            </a:extLst>
          </p:cNvPr>
          <p:cNvSpPr/>
          <p:nvPr/>
        </p:nvSpPr>
        <p:spPr>
          <a:xfrm>
            <a:off x="2500605" y="3673462"/>
            <a:ext cx="186612" cy="11476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0A52FA3-00E1-5831-B445-5890C21479BE}"/>
              </a:ext>
            </a:extLst>
          </p:cNvPr>
          <p:cNvSpPr/>
          <p:nvPr/>
        </p:nvSpPr>
        <p:spPr>
          <a:xfrm flipH="1">
            <a:off x="1940767" y="4161447"/>
            <a:ext cx="149290" cy="8397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D644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111858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u="sng" dirty="0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USE CASE DIAGRAM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1430A3-F137-EA0C-A5FE-227198C6B1A1}"/>
              </a:ext>
            </a:extLst>
          </p:cNvPr>
          <p:cNvSpPr/>
          <p:nvPr/>
        </p:nvSpPr>
        <p:spPr>
          <a:xfrm>
            <a:off x="3757820" y="1257300"/>
            <a:ext cx="4227940" cy="3784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3FDC4C-3EB9-4F9C-2E67-70D279D115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0" y="1257300"/>
            <a:ext cx="8572500" cy="526479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F78254-69EC-1857-BF24-C82257D38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D39B44E-FA05-70DB-D132-F86DB8F7DF55}"/>
              </a:ext>
            </a:extLst>
          </p:cNvPr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D6443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771710B-435E-C29D-B815-821C22B6AF87}"/>
              </a:ext>
            </a:extLst>
          </p:cNvPr>
          <p:cNvSpPr/>
          <p:nvPr/>
        </p:nvSpPr>
        <p:spPr>
          <a:xfrm>
            <a:off x="502920" y="164592"/>
            <a:ext cx="111858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u="sng" dirty="0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ACTIVITY DIAGRAM 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443DBB-047F-6C14-AEEF-A30B679F80C0}"/>
              </a:ext>
            </a:extLst>
          </p:cNvPr>
          <p:cNvSpPr/>
          <p:nvPr/>
        </p:nvSpPr>
        <p:spPr>
          <a:xfrm>
            <a:off x="1319420" y="1257300"/>
            <a:ext cx="1433940" cy="6629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B6499A-F36B-4788-DF13-C581DE85CCDD}"/>
              </a:ext>
            </a:extLst>
          </p:cNvPr>
          <p:cNvSpPr/>
          <p:nvPr/>
        </p:nvSpPr>
        <p:spPr>
          <a:xfrm>
            <a:off x="3275045" y="1184988"/>
            <a:ext cx="3928188" cy="41054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F88A33-896A-2796-DE8E-5AA2DAFDCEEB}"/>
              </a:ext>
            </a:extLst>
          </p:cNvPr>
          <p:cNvSpPr/>
          <p:nvPr/>
        </p:nvSpPr>
        <p:spPr>
          <a:xfrm>
            <a:off x="9731828" y="1770950"/>
            <a:ext cx="354564" cy="43356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8D14A3-C55C-C434-6F0B-D74100F959A0}"/>
              </a:ext>
            </a:extLst>
          </p:cNvPr>
          <p:cNvSpPr/>
          <p:nvPr/>
        </p:nvSpPr>
        <p:spPr>
          <a:xfrm>
            <a:off x="9731828" y="3035247"/>
            <a:ext cx="354564" cy="40121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99B102C-6237-4619-8A09-A7935E41958D}"/>
              </a:ext>
            </a:extLst>
          </p:cNvPr>
          <p:cNvSpPr/>
          <p:nvPr/>
        </p:nvSpPr>
        <p:spPr>
          <a:xfrm>
            <a:off x="9731828" y="2401078"/>
            <a:ext cx="354564" cy="40121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2FC2C95-4054-899F-3FFF-D9ED7E5E41C5}"/>
              </a:ext>
            </a:extLst>
          </p:cNvPr>
          <p:cNvSpPr/>
          <p:nvPr/>
        </p:nvSpPr>
        <p:spPr>
          <a:xfrm>
            <a:off x="9806473" y="3655734"/>
            <a:ext cx="354564" cy="43356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48E0CC0-03E7-CD72-8DC0-E2460C54BADE}"/>
              </a:ext>
            </a:extLst>
          </p:cNvPr>
          <p:cNvSpPr/>
          <p:nvPr/>
        </p:nvSpPr>
        <p:spPr>
          <a:xfrm>
            <a:off x="9806473" y="4390053"/>
            <a:ext cx="373224" cy="40121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F83B769-57B7-559A-619D-0A40F0B55C23}"/>
              </a:ext>
            </a:extLst>
          </p:cNvPr>
          <p:cNvSpPr/>
          <p:nvPr/>
        </p:nvSpPr>
        <p:spPr>
          <a:xfrm>
            <a:off x="9806473" y="4907903"/>
            <a:ext cx="508519" cy="49172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A0758AF-9CC6-D29B-3382-1BD4B2D49217}"/>
              </a:ext>
            </a:extLst>
          </p:cNvPr>
          <p:cNvSpPr/>
          <p:nvPr/>
        </p:nvSpPr>
        <p:spPr>
          <a:xfrm>
            <a:off x="9801809" y="5617029"/>
            <a:ext cx="513183" cy="39281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4E5F9DF-2A28-D0F7-B8EB-947979700AD5}"/>
              </a:ext>
            </a:extLst>
          </p:cNvPr>
          <p:cNvSpPr/>
          <p:nvPr/>
        </p:nvSpPr>
        <p:spPr>
          <a:xfrm>
            <a:off x="9801809" y="6246845"/>
            <a:ext cx="597159" cy="41521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754204-1682-3996-01C7-60186C876A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420" y="1203650"/>
            <a:ext cx="9690702" cy="5477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3385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D644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111858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u="sng" dirty="0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CLASS DIAGRAM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/home/claude/assets/cl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728" y="1275962"/>
            <a:ext cx="9592239" cy="539496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9F74F86-95F8-AC65-2248-A1A20F618978}"/>
              </a:ext>
            </a:extLst>
          </p:cNvPr>
          <p:cNvSpPr/>
          <p:nvPr/>
        </p:nvSpPr>
        <p:spPr>
          <a:xfrm>
            <a:off x="3757820" y="1330960"/>
            <a:ext cx="5030580" cy="1828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D644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111858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u="sng" dirty="0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STATE DIAGRAM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/home/claude/assets/st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2406" y="1266631"/>
            <a:ext cx="9566883" cy="539496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F32259F-2EBF-8212-6344-887D3C10AC98}"/>
              </a:ext>
            </a:extLst>
          </p:cNvPr>
          <p:cNvSpPr/>
          <p:nvPr/>
        </p:nvSpPr>
        <p:spPr>
          <a:xfrm>
            <a:off x="3757820" y="1330960"/>
            <a:ext cx="5030580" cy="254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5D6443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111858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u="sng" dirty="0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SEQUENCE DIAGRAM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/home/claude/assets/sequ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728" y="1257300"/>
            <a:ext cx="9592239" cy="539496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397AB3D-9DB5-89B5-46F6-8D34C52F7C36}"/>
              </a:ext>
            </a:extLst>
          </p:cNvPr>
          <p:cNvSpPr/>
          <p:nvPr/>
        </p:nvSpPr>
        <p:spPr>
          <a:xfrm>
            <a:off x="3046620" y="1257300"/>
            <a:ext cx="6574900" cy="2565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757D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35040" cy="6858000"/>
          </a:xfrm>
          <a:prstGeom prst="rect">
            <a:avLst/>
          </a:prstGeom>
          <a:solidFill>
            <a:srgbClr val="5D6443"/>
          </a:solidFill>
          <a:ln/>
        </p:spPr>
      </p:sp>
      <p:pic>
        <p:nvPicPr>
          <p:cNvPr id="3" name="Image 0" descr="/home/claude/assets/circle_browni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14400"/>
            <a:ext cx="5120640" cy="5120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55080" y="320040"/>
            <a:ext cx="54251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u="sng" dirty="0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MODULE DESCRIPTION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355080" y="960120"/>
            <a:ext cx="5470855" cy="5577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Font typeface="+mj-lt"/>
              <a:buAutoNum type="arabicPeriod"/>
            </a:pP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Module: Manages users, monitors donations, and views reports.</a:t>
            </a:r>
          </a:p>
          <a:p>
            <a:pPr marL="228600" indent="-228600">
              <a:lnSpc>
                <a:spcPct val="115000"/>
              </a:lnSpc>
              <a:buFont typeface="+mj-lt"/>
              <a:buAutoNum type="arabicPeriod"/>
            </a:pPr>
            <a:endParaRPr lang="en-US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15000"/>
              </a:lnSpc>
              <a:buFont typeface="+mj-lt"/>
              <a:buAutoNum type="arabicPeriod"/>
            </a:pPr>
            <a:endParaRPr lang="en-US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15000"/>
              </a:lnSpc>
              <a:buFont typeface="+mj-lt"/>
              <a:buAutoNum type="arabicPeriod"/>
            </a:pP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Donor Module: Allows donors to upload surplus food details and track donations.</a:t>
            </a:r>
          </a:p>
          <a:p>
            <a:pPr marL="228600" indent="-228600">
              <a:lnSpc>
                <a:spcPct val="115000"/>
              </a:lnSpc>
              <a:buFont typeface="+mj-lt"/>
              <a:buAutoNum type="arabicPeriod"/>
            </a:pPr>
            <a:endParaRPr lang="en-US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15000"/>
              </a:lnSpc>
              <a:buFont typeface="+mj-lt"/>
              <a:buAutoNum type="arabicPeriod"/>
            </a:pPr>
            <a:endParaRPr lang="en-US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15000"/>
              </a:lnSpc>
              <a:buFont typeface="+mj-lt"/>
              <a:buAutoNum type="arabicPeriod"/>
            </a:pP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NGO Module: Enables NGOs to view available food and request donation.</a:t>
            </a:r>
          </a:p>
          <a:p>
            <a:pPr marL="228600" indent="-228600">
              <a:lnSpc>
                <a:spcPct val="115000"/>
              </a:lnSpc>
              <a:buFont typeface="+mj-lt"/>
              <a:buAutoNum type="arabicPeriod"/>
            </a:pPr>
            <a:endParaRPr lang="en-US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15000"/>
              </a:lnSpc>
              <a:buFont typeface="+mj-lt"/>
              <a:buAutoNum type="arabicPeriod"/>
            </a:pPr>
            <a:endParaRPr lang="en-US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15000"/>
              </a:lnSpc>
              <a:buFont typeface="+mj-lt"/>
              <a:buAutoNum type="arabicPeriod"/>
            </a:pP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Volunteer Module: Manages food pickup, delivery, and status updates.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57D5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4EE1AC-1CFF-A5FD-19AD-61CC43247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63435D5-56D7-70F4-F126-BDB8DED261B6}"/>
              </a:ext>
            </a:extLst>
          </p:cNvPr>
          <p:cNvSpPr/>
          <p:nvPr/>
        </p:nvSpPr>
        <p:spPr>
          <a:xfrm>
            <a:off x="0" y="0"/>
            <a:ext cx="6035040" cy="6858000"/>
          </a:xfrm>
          <a:prstGeom prst="rect">
            <a:avLst/>
          </a:prstGeom>
          <a:solidFill>
            <a:srgbClr val="5D6443"/>
          </a:solidFill>
          <a:ln/>
        </p:spPr>
      </p:sp>
      <p:pic>
        <p:nvPicPr>
          <p:cNvPr id="3" name="Image 0" descr="/home/claude/assets/circle_brownie.jpg">
            <a:extLst>
              <a:ext uri="{FF2B5EF4-FFF2-40B4-BE49-F238E27FC236}">
                <a16:creationId xmlns:a16="http://schemas.microsoft.com/office/drawing/2014/main" id="{E5AFD522-E70C-1F8C-A31E-C27DF49FFC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14400"/>
            <a:ext cx="5120640" cy="512064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AAA1CDE6-8AA6-6A2F-EA7F-3EC9E1C69BEB}"/>
              </a:ext>
            </a:extLst>
          </p:cNvPr>
          <p:cNvSpPr/>
          <p:nvPr/>
        </p:nvSpPr>
        <p:spPr>
          <a:xfrm>
            <a:off x="6355080" y="320040"/>
            <a:ext cx="54251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u="sng" dirty="0">
                <a:solidFill>
                  <a:srgbClr val="FFFFFF"/>
                </a:solidFill>
                <a:latin typeface="Georgia" pitchFamily="34" charset="0"/>
              </a:rPr>
              <a:t>ALGORITHM/METHODOLOGY</a:t>
            </a:r>
            <a:endParaRPr lang="en-US" sz="24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3EBE39BF-2FDC-1F57-F29B-A624751A259F}"/>
              </a:ext>
            </a:extLst>
          </p:cNvPr>
          <p:cNvSpPr/>
          <p:nvPr/>
        </p:nvSpPr>
        <p:spPr>
          <a:xfrm>
            <a:off x="6355080" y="960120"/>
            <a:ext cx="5470855" cy="5577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Font typeface="+mj-lt"/>
              <a:buAutoNum type="arabicPeriod"/>
            </a:pP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Location-Based Matching Algorithm – Finds nearby NGOs and connects them with food donors.</a:t>
            </a:r>
          </a:p>
          <a:p>
            <a:pPr marL="228600" indent="-228600">
              <a:lnSpc>
                <a:spcPct val="115000"/>
              </a:lnSpc>
              <a:buFont typeface="+mj-lt"/>
              <a:buAutoNum type="arabicPeriod"/>
            </a:pPr>
            <a:endParaRPr lang="en-US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15000"/>
              </a:lnSpc>
              <a:buFont typeface="+mj-lt"/>
              <a:buAutoNum type="arabicPeriod"/>
            </a:pPr>
            <a:endParaRPr lang="en-US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15000"/>
              </a:lnSpc>
              <a:buFont typeface="+mj-lt"/>
              <a:buAutoNum type="arabicPeriod"/>
            </a:pP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Priority-Based Allocation Algorithm – Prioritizes food distribution based on availability and expiry time.</a:t>
            </a:r>
          </a:p>
          <a:p>
            <a:pPr marL="228600" indent="-228600">
              <a:lnSpc>
                <a:spcPct val="115000"/>
              </a:lnSpc>
              <a:buFont typeface="+mj-lt"/>
              <a:buAutoNum type="arabicPeriod"/>
            </a:pPr>
            <a:endParaRPr lang="en-US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15000"/>
              </a:lnSpc>
              <a:buFont typeface="+mj-lt"/>
              <a:buAutoNum type="arabicPeriod"/>
            </a:pPr>
            <a:endParaRPr lang="en-US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15000"/>
              </a:lnSpc>
              <a:buFont typeface="+mj-lt"/>
              <a:buAutoNum type="arabicPeriod"/>
            </a:pP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Greedy Algorithm (if implemented) – Helps select the nearest suitable recipient for quick food delivery.</a:t>
            </a:r>
          </a:p>
        </p:txBody>
      </p:sp>
    </p:spTree>
    <p:extLst>
      <p:ext uri="{BB962C8B-B14F-4D97-AF65-F5344CB8AC3E}">
        <p14:creationId xmlns:p14="http://schemas.microsoft.com/office/powerpoint/2010/main" val="18104443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57D5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AAE9C0-26F0-CE01-71EE-2F1F89F37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AE2D9F0-16D2-F772-EC21-1DABAF2B36F1}"/>
              </a:ext>
            </a:extLst>
          </p:cNvPr>
          <p:cNvSpPr/>
          <p:nvPr/>
        </p:nvSpPr>
        <p:spPr>
          <a:xfrm>
            <a:off x="0" y="0"/>
            <a:ext cx="6035040" cy="6858000"/>
          </a:xfrm>
          <a:prstGeom prst="rect">
            <a:avLst/>
          </a:prstGeom>
          <a:solidFill>
            <a:srgbClr val="5D6443"/>
          </a:solidFill>
          <a:ln/>
        </p:spPr>
      </p:sp>
      <p:pic>
        <p:nvPicPr>
          <p:cNvPr id="3" name="Image 0" descr="/home/claude/assets/circle_brownie.jpg">
            <a:extLst>
              <a:ext uri="{FF2B5EF4-FFF2-40B4-BE49-F238E27FC236}">
                <a16:creationId xmlns:a16="http://schemas.microsoft.com/office/drawing/2014/main" id="{A4A8F69C-A0DD-FF73-E2BD-308D4108B2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14400"/>
            <a:ext cx="5120640" cy="512064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2E9359AC-1F5C-FFFA-A881-46BCD67AD3C4}"/>
              </a:ext>
            </a:extLst>
          </p:cNvPr>
          <p:cNvSpPr/>
          <p:nvPr/>
        </p:nvSpPr>
        <p:spPr>
          <a:xfrm>
            <a:off x="6355080" y="320040"/>
            <a:ext cx="54251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u="sng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7E165F71-664D-9247-A838-B7938787032E}"/>
              </a:ext>
            </a:extLst>
          </p:cNvPr>
          <p:cNvSpPr/>
          <p:nvPr/>
        </p:nvSpPr>
        <p:spPr>
          <a:xfrm>
            <a:off x="6355080" y="960120"/>
            <a:ext cx="5470855" cy="5577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Frontend: React.js for user interface and dashboards.</a:t>
            </a: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Backend: Node.js and Express.js for application logic and APIs.</a:t>
            </a: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Database: MySQL with Prisma ORM for data storage.</a:t>
            </a: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 User authentication, food donation, NGO requests, volunteer assignment, and delivery tracking.</a:t>
            </a: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Integrations: Leaflet maps and Socket.IO for location tracking and real-time updates.</a:t>
            </a:r>
          </a:p>
          <a:p>
            <a:pPr marL="228600" indent="-228600">
              <a:lnSpc>
                <a:spcPct val="115000"/>
              </a:lnSpc>
              <a:buFont typeface="+mj-lt"/>
              <a:buAutoNum type="arabicPeriod"/>
            </a:pPr>
            <a:endParaRPr lang="en-US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15000"/>
              </a:lnSpc>
              <a:buFont typeface="+mj-lt"/>
              <a:buAutoNum type="arabicPeriod"/>
            </a:pPr>
            <a:endParaRPr lang="en-US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15000"/>
              </a:lnSpc>
              <a:buFont typeface="+mj-lt"/>
              <a:buAutoNum type="arabicPeriod"/>
            </a:pPr>
            <a:endParaRPr lang="en-US" sz="115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00799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57D5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E34FD1-EFE0-F46C-8DFF-639C1D398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F042AB7-2BAA-FE68-F697-4ED42067D5AD}"/>
              </a:ext>
            </a:extLst>
          </p:cNvPr>
          <p:cNvSpPr/>
          <p:nvPr/>
        </p:nvSpPr>
        <p:spPr>
          <a:xfrm>
            <a:off x="0" y="0"/>
            <a:ext cx="6035040" cy="6858000"/>
          </a:xfrm>
          <a:prstGeom prst="rect">
            <a:avLst/>
          </a:prstGeom>
          <a:solidFill>
            <a:srgbClr val="5D6443"/>
          </a:solidFill>
          <a:ln/>
        </p:spPr>
      </p:sp>
      <p:pic>
        <p:nvPicPr>
          <p:cNvPr id="3" name="Image 0" descr="/home/claude/assets/circle_brownie.jpg">
            <a:extLst>
              <a:ext uri="{FF2B5EF4-FFF2-40B4-BE49-F238E27FC236}">
                <a16:creationId xmlns:a16="http://schemas.microsoft.com/office/drawing/2014/main" id="{4C074325-B76C-0306-9582-A773649310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14400"/>
            <a:ext cx="5120640" cy="512064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EF783B87-3913-9A68-8CAA-F5FB44D476A9}"/>
              </a:ext>
            </a:extLst>
          </p:cNvPr>
          <p:cNvSpPr/>
          <p:nvPr/>
        </p:nvSpPr>
        <p:spPr>
          <a:xfrm>
            <a:off x="6355080" y="320040"/>
            <a:ext cx="54251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u="sng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RESULT/ANALYSIS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FF14F55-FE8B-4C41-B550-E687ECCDF52D}"/>
              </a:ext>
            </a:extLst>
          </p:cNvPr>
          <p:cNvSpPr/>
          <p:nvPr/>
        </p:nvSpPr>
        <p:spPr>
          <a:xfrm>
            <a:off x="6355080" y="960120"/>
            <a:ext cx="5470855" cy="5577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5000"/>
              </a:lnSpc>
            </a:pPr>
            <a:endParaRPr lang="en-US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connects food donors, NGOs, and volunteers.</a:t>
            </a: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Simplifies food donation and request management.</a:t>
            </a: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Enables location-based volunteer assignment.</a:t>
            </a: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Supports food expiry monitoring and delivery tracking.</a:t>
            </a: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Improves coordination and helps reduce food wastage.</a:t>
            </a:r>
          </a:p>
        </p:txBody>
      </p:sp>
    </p:spTree>
    <p:extLst>
      <p:ext uri="{BB962C8B-B14F-4D97-AF65-F5344CB8AC3E}">
        <p14:creationId xmlns:p14="http://schemas.microsoft.com/office/powerpoint/2010/main" val="9464240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5D64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rect_icecre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4384" y="0"/>
            <a:ext cx="4544568" cy="19933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u="sng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SCOPE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57200" y="2468880"/>
            <a:ext cx="109728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  <a:spcAft>
                <a:spcPts val="1600"/>
              </a:spcAft>
              <a:buSzPct val="100000"/>
            </a:pPr>
            <a:endParaRPr lang="en-US" sz="15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0BA2CE-01BF-3DD4-55D7-6335D7CD84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1354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57D5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CEE700-48F3-4DCF-E737-EC61747F7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rect_tacos_pour.jpg">
            <a:extLst>
              <a:ext uri="{FF2B5EF4-FFF2-40B4-BE49-F238E27FC236}">
                <a16:creationId xmlns:a16="http://schemas.microsoft.com/office/drawing/2014/main" id="{E0FD58A4-A9E8-30E5-6CF8-387AE5C3A8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0"/>
            <a:ext cx="4599432" cy="3877056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8FBAF152-17EA-1DA7-CA64-112859579BD0}"/>
              </a:ext>
            </a:extLst>
          </p:cNvPr>
          <p:cNvSpPr/>
          <p:nvPr/>
        </p:nvSpPr>
        <p:spPr>
          <a:xfrm>
            <a:off x="457200" y="2743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u="sng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AND TECHNOLOGIES</a:t>
            </a:r>
            <a:endParaRPr lang="en-US" sz="22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3C76E7F6-E9B5-839C-7CAC-692F91347ADE}"/>
              </a:ext>
            </a:extLst>
          </p:cNvPr>
          <p:cNvSpPr/>
          <p:nvPr/>
        </p:nvSpPr>
        <p:spPr>
          <a:xfrm>
            <a:off x="457200" y="1280160"/>
            <a:ext cx="6766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Frontend: 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HTML, CSS, JavaScript</a:t>
            </a:r>
            <a:endParaRPr lang="en-US" sz="14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7754C8C-244C-0E8C-259C-CDD24456DBBD}"/>
              </a:ext>
            </a:extLst>
          </p:cNvPr>
          <p:cNvSpPr/>
          <p:nvPr/>
        </p:nvSpPr>
        <p:spPr>
          <a:xfrm>
            <a:off x="457200" y="2148840"/>
            <a:ext cx="6766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Backend: 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4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2666054-5532-197B-4F7F-5B0294FA0C10}"/>
              </a:ext>
            </a:extLst>
          </p:cNvPr>
          <p:cNvSpPr/>
          <p:nvPr/>
        </p:nvSpPr>
        <p:spPr>
          <a:xfrm>
            <a:off x="457200" y="3017520"/>
            <a:ext cx="6766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Database: 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  <a:endParaRPr lang="en-US" sz="1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93B6500-8550-A231-894D-AFEC3D4B52D0}"/>
              </a:ext>
            </a:extLst>
          </p:cNvPr>
          <p:cNvSpPr/>
          <p:nvPr/>
        </p:nvSpPr>
        <p:spPr>
          <a:xfrm>
            <a:off x="457200" y="3886200"/>
            <a:ext cx="6766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 &amp; Services: 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Maps API (for location-based matching), Notification APIs</a:t>
            </a:r>
            <a:endParaRPr lang="en-US" sz="14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736FA00E-9DD5-929B-B42B-781E55396874}"/>
              </a:ext>
            </a:extLst>
          </p:cNvPr>
          <p:cNvSpPr/>
          <p:nvPr/>
        </p:nvSpPr>
        <p:spPr>
          <a:xfrm>
            <a:off x="457200" y="4754880"/>
            <a:ext cx="6766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Tools: 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</a:t>
            </a:r>
            <a:endParaRPr lang="en-US" sz="1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4D4F9D6-D77D-84B7-473F-DC1C2221C9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1372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57D5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C1B1B9-5A2A-4C81-03C9-8FB2F9B40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rect_tacos_pour.jpg">
            <a:extLst>
              <a:ext uri="{FF2B5EF4-FFF2-40B4-BE49-F238E27FC236}">
                <a16:creationId xmlns:a16="http://schemas.microsoft.com/office/drawing/2014/main" id="{E1198F8E-5CA3-BA9D-B6CB-A23927F2E6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0"/>
            <a:ext cx="4599432" cy="3877056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36458074-7A05-582F-7996-DA027BDB2E62}"/>
              </a:ext>
            </a:extLst>
          </p:cNvPr>
          <p:cNvSpPr/>
          <p:nvPr/>
        </p:nvSpPr>
        <p:spPr>
          <a:xfrm>
            <a:off x="457200" y="2743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u="sng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AND TECHNOLOGIES</a:t>
            </a:r>
            <a:endParaRPr lang="en-US" sz="22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EA3CCB0-3045-E2B8-2B2D-3C47155FCE51}"/>
              </a:ext>
            </a:extLst>
          </p:cNvPr>
          <p:cNvSpPr/>
          <p:nvPr/>
        </p:nvSpPr>
        <p:spPr>
          <a:xfrm>
            <a:off x="457200" y="1280160"/>
            <a:ext cx="6766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Frontend: 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HTML, CSS, JavaScript</a:t>
            </a:r>
            <a:endParaRPr lang="en-US" sz="14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1B8009A-3A92-876A-6E0C-1CBE8BFBD179}"/>
              </a:ext>
            </a:extLst>
          </p:cNvPr>
          <p:cNvSpPr/>
          <p:nvPr/>
        </p:nvSpPr>
        <p:spPr>
          <a:xfrm>
            <a:off x="457200" y="2148840"/>
            <a:ext cx="6766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Backend: 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4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A0B69FF-4B1B-47EF-6646-E3BFBB5B7BDA}"/>
              </a:ext>
            </a:extLst>
          </p:cNvPr>
          <p:cNvSpPr/>
          <p:nvPr/>
        </p:nvSpPr>
        <p:spPr>
          <a:xfrm>
            <a:off x="457200" y="3017520"/>
            <a:ext cx="6766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Database: 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  <a:endParaRPr lang="en-US" sz="1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F76280D-6E37-A303-1AE2-DD14E5EA22FF}"/>
              </a:ext>
            </a:extLst>
          </p:cNvPr>
          <p:cNvSpPr/>
          <p:nvPr/>
        </p:nvSpPr>
        <p:spPr>
          <a:xfrm>
            <a:off x="457200" y="3886200"/>
            <a:ext cx="6766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 &amp; Services: 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Maps API (for location-based matching), Notification APIs</a:t>
            </a:r>
            <a:endParaRPr lang="en-US" sz="14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0416B029-FF55-43D4-A774-ADBDF9A5990A}"/>
              </a:ext>
            </a:extLst>
          </p:cNvPr>
          <p:cNvSpPr/>
          <p:nvPr/>
        </p:nvSpPr>
        <p:spPr>
          <a:xfrm>
            <a:off x="457200" y="4754880"/>
            <a:ext cx="67665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Tools: 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</a:t>
            </a:r>
            <a:endParaRPr lang="en-US" sz="1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A341EB-635C-9875-D1CF-3C7BEC3F4D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5429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57D5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7C4AD2-EDAE-0561-ACF6-F93CC75CD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71A6284-A57B-454E-8FA5-608654B0E17F}"/>
              </a:ext>
            </a:extLst>
          </p:cNvPr>
          <p:cNvSpPr/>
          <p:nvPr/>
        </p:nvSpPr>
        <p:spPr>
          <a:xfrm>
            <a:off x="485192" y="3237722"/>
            <a:ext cx="1418254" cy="3620277"/>
          </a:xfrm>
          <a:prstGeom prst="rect">
            <a:avLst/>
          </a:prstGeom>
          <a:solidFill>
            <a:srgbClr val="5D6443"/>
          </a:solidFill>
          <a:ln/>
        </p:spPr>
      </p:sp>
      <p:pic>
        <p:nvPicPr>
          <p:cNvPr id="3" name="Image 0" descr="/home/claude/assets/circle_brownie.jpg">
            <a:extLst>
              <a:ext uri="{FF2B5EF4-FFF2-40B4-BE49-F238E27FC236}">
                <a16:creationId xmlns:a16="http://schemas.microsoft.com/office/drawing/2014/main" id="{FF54460C-998A-3E03-5A39-22C0123E8F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91" y="1737359"/>
            <a:ext cx="5120640" cy="512064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DBA82E5C-E250-59CC-C41D-997F1B6C3480}"/>
              </a:ext>
            </a:extLst>
          </p:cNvPr>
          <p:cNvSpPr/>
          <p:nvPr/>
        </p:nvSpPr>
        <p:spPr>
          <a:xfrm>
            <a:off x="5533053" y="329371"/>
            <a:ext cx="647606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u="sng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 WITH EXISTING SYSTEM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F0D92A9-74C4-9340-9F8D-CF69CCF754C4}"/>
              </a:ext>
            </a:extLst>
          </p:cNvPr>
          <p:cNvSpPr/>
          <p:nvPr/>
        </p:nvSpPr>
        <p:spPr>
          <a:xfrm>
            <a:off x="6355080" y="960120"/>
            <a:ext cx="5470855" cy="5577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0"/>
            <a:endParaRPr lang="en-IN" sz="1200" dirty="0">
              <a:solidFill>
                <a:schemeClr val="bg1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1200" dirty="0">
              <a:solidFill>
                <a:schemeClr val="bg1"/>
              </a:solidFill>
            </a:endParaRP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en-US" sz="1150" dirty="0">
              <a:solidFill>
                <a:schemeClr val="bg1"/>
              </a:solidFill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CBA9791-1249-806D-FF7C-41A5070843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5583177"/>
              </p:ext>
            </p:extLst>
          </p:nvPr>
        </p:nvGraphicFramePr>
        <p:xfrm>
          <a:off x="6238239" y="2172494"/>
          <a:ext cx="5770881" cy="3108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3627">
                  <a:extLst>
                    <a:ext uri="{9D8B030D-6E8A-4147-A177-3AD203B41FA5}">
                      <a16:colId xmlns:a16="http://schemas.microsoft.com/office/drawing/2014/main" val="1983297160"/>
                    </a:ext>
                  </a:extLst>
                </a:gridCol>
                <a:gridCol w="1923627">
                  <a:extLst>
                    <a:ext uri="{9D8B030D-6E8A-4147-A177-3AD203B41FA5}">
                      <a16:colId xmlns:a16="http://schemas.microsoft.com/office/drawing/2014/main" val="377833482"/>
                    </a:ext>
                  </a:extLst>
                </a:gridCol>
                <a:gridCol w="1923627">
                  <a:extLst>
                    <a:ext uri="{9D8B030D-6E8A-4147-A177-3AD203B41FA5}">
                      <a16:colId xmlns:a16="http://schemas.microsoft.com/office/drawing/2014/main" val="3448618954"/>
                    </a:ext>
                  </a:extLst>
                </a:gridCol>
              </a:tblGrid>
              <a:tr h="3464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Existing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Proposed System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8047034"/>
                  </a:ext>
                </a:extLst>
              </a:tr>
              <a:tr h="3464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Manual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Automated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3722110"/>
                  </a:ext>
                </a:extLst>
              </a:tr>
              <a:tr h="6062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More chances of errors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Improved accuracy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6995975"/>
                  </a:ext>
                </a:extLst>
              </a:tr>
              <a:tr h="3464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Time-consuming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Faster process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6943311"/>
                  </a:ext>
                </a:extLst>
              </a:tr>
              <a:tr h="3464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Security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 access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Secure login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004351"/>
                  </a:ext>
                </a:extLst>
              </a:tr>
              <a:tr h="6062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Accessibility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 communication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Easy online access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9953400"/>
                  </a:ext>
                </a:extLst>
              </a:tr>
              <a:tr h="3464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Reporting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Manual records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Digital reports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48622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62706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57D5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2DFB28-0041-F48E-6291-0E2862738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D6C5B11-EF76-1ABC-9368-7417A0C19E48}"/>
              </a:ext>
            </a:extLst>
          </p:cNvPr>
          <p:cNvSpPr/>
          <p:nvPr/>
        </p:nvSpPr>
        <p:spPr>
          <a:xfrm>
            <a:off x="0" y="0"/>
            <a:ext cx="6035040" cy="6751766"/>
          </a:xfrm>
          <a:prstGeom prst="rect">
            <a:avLst/>
          </a:prstGeom>
          <a:solidFill>
            <a:srgbClr val="5D6443"/>
          </a:solidFill>
          <a:ln/>
        </p:spPr>
      </p:sp>
      <p:pic>
        <p:nvPicPr>
          <p:cNvPr id="3" name="Image 0" descr="/home/claude/assets/circle_brownie.jpg">
            <a:extLst>
              <a:ext uri="{FF2B5EF4-FFF2-40B4-BE49-F238E27FC236}">
                <a16:creationId xmlns:a16="http://schemas.microsoft.com/office/drawing/2014/main" id="{D593C24B-69B7-A05A-72D1-89C428032B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276" y="868680"/>
            <a:ext cx="3390124" cy="3390124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FB0BD140-A59A-86F1-7A65-748E9468A1B0}"/>
              </a:ext>
            </a:extLst>
          </p:cNvPr>
          <p:cNvSpPr/>
          <p:nvPr/>
        </p:nvSpPr>
        <p:spPr>
          <a:xfrm>
            <a:off x="6355080" y="320040"/>
            <a:ext cx="54251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u="sng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35341CDE-8D74-332D-28DB-4E98AFEB9EC6}"/>
              </a:ext>
            </a:extLst>
          </p:cNvPr>
          <p:cNvSpPr/>
          <p:nvPr/>
        </p:nvSpPr>
        <p:spPr>
          <a:xfrm>
            <a:off x="6355080" y="960120"/>
            <a:ext cx="5470855" cy="5577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n-IN" sz="1200" b="1" dirty="0"/>
          </a:p>
          <a:p>
            <a:pPr lvl="0"/>
            <a:endParaRPr lang="en-IN" sz="1200" dirty="0">
              <a:solidFill>
                <a:schemeClr val="bg1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1200" dirty="0">
              <a:solidFill>
                <a:schemeClr val="bg1"/>
              </a:solidFill>
            </a:endParaRP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en-US" sz="1150" dirty="0">
              <a:solidFill>
                <a:schemeClr val="bg1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2F500AD-09A0-CABE-38C8-335FA8B96A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617421"/>
              </p:ext>
            </p:extLst>
          </p:nvPr>
        </p:nvGraphicFramePr>
        <p:xfrm>
          <a:off x="6167120" y="3322766"/>
          <a:ext cx="5882640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60880">
                  <a:extLst>
                    <a:ext uri="{9D8B030D-6E8A-4147-A177-3AD203B41FA5}">
                      <a16:colId xmlns:a16="http://schemas.microsoft.com/office/drawing/2014/main" val="1422136873"/>
                    </a:ext>
                  </a:extLst>
                </a:gridCol>
                <a:gridCol w="1960880">
                  <a:extLst>
                    <a:ext uri="{9D8B030D-6E8A-4147-A177-3AD203B41FA5}">
                      <a16:colId xmlns:a16="http://schemas.microsoft.com/office/drawing/2014/main" val="1800474585"/>
                    </a:ext>
                  </a:extLst>
                </a:gridCol>
                <a:gridCol w="1960880">
                  <a:extLst>
                    <a:ext uri="{9D8B030D-6E8A-4147-A177-3AD203B41FA5}">
                      <a16:colId xmlns:a16="http://schemas.microsoft.com/office/drawing/2014/main" val="1340873456"/>
                    </a:ext>
                  </a:extLst>
                </a:gridCol>
              </a:tblGrid>
              <a:tr h="2968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Test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Expected Result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Status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239434"/>
                  </a:ext>
                </a:extLst>
              </a:tr>
              <a:tr h="2968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Valid Login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Login successful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322250"/>
                  </a:ext>
                </a:extLst>
              </a:tr>
              <a:tr h="5194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Invalid Login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Error message displayed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6122384"/>
                  </a:ext>
                </a:extLst>
              </a:tr>
              <a:tr h="5194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Add Food Donation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Food details saved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4601720"/>
                  </a:ext>
                </a:extLst>
              </a:tr>
              <a:tr h="5194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NGO Request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Request submitted successfully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964479"/>
                  </a:ext>
                </a:extLst>
              </a:tr>
              <a:tr h="5194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Update Delivery 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Status updated successfully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369867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4CC3A19-D5C9-07CB-A2AC-CE6563DD1B39}"/>
              </a:ext>
            </a:extLst>
          </p:cNvPr>
          <p:cNvSpPr txBox="1"/>
          <p:nvPr/>
        </p:nvSpPr>
        <p:spPr>
          <a:xfrm>
            <a:off x="6451601" y="617200"/>
            <a:ext cx="5100320" cy="244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Unit Testing: Tests individual modules.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 Testing: Checks the connection between modules.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Testing: Verifies the complete application.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Acceptance Testing: Ensures the system meets user requirements.</a:t>
            </a:r>
          </a:p>
        </p:txBody>
      </p:sp>
    </p:spTree>
    <p:extLst>
      <p:ext uri="{BB962C8B-B14F-4D97-AF65-F5344CB8AC3E}">
        <p14:creationId xmlns:p14="http://schemas.microsoft.com/office/powerpoint/2010/main" val="7082676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57D5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101F7D-4206-8357-4286-1F1DD75B2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F03C566-0187-96CE-4219-1E8ED8B3EFD6}"/>
              </a:ext>
            </a:extLst>
          </p:cNvPr>
          <p:cNvSpPr/>
          <p:nvPr/>
        </p:nvSpPr>
        <p:spPr>
          <a:xfrm>
            <a:off x="0" y="0"/>
            <a:ext cx="6035040" cy="6858000"/>
          </a:xfrm>
          <a:prstGeom prst="rect">
            <a:avLst/>
          </a:prstGeom>
          <a:solidFill>
            <a:srgbClr val="5D6443"/>
          </a:solidFill>
          <a:ln/>
        </p:spPr>
      </p:sp>
      <p:pic>
        <p:nvPicPr>
          <p:cNvPr id="3" name="Image 0" descr="/home/claude/assets/circle_brownie.jpg">
            <a:extLst>
              <a:ext uri="{FF2B5EF4-FFF2-40B4-BE49-F238E27FC236}">
                <a16:creationId xmlns:a16="http://schemas.microsoft.com/office/drawing/2014/main" id="{F888669C-5049-7D42-A041-32DD5A98FD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51724"/>
            <a:ext cx="5120640" cy="512064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DC0D5FEA-8549-10B1-9F85-61B7581765BA}"/>
              </a:ext>
            </a:extLst>
          </p:cNvPr>
          <p:cNvSpPr/>
          <p:nvPr/>
        </p:nvSpPr>
        <p:spPr>
          <a:xfrm>
            <a:off x="6355080" y="320040"/>
            <a:ext cx="54251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u="sng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05129EC-10D4-9C1F-F665-F00BC33DCDF1}"/>
              </a:ext>
            </a:extLst>
          </p:cNvPr>
          <p:cNvSpPr/>
          <p:nvPr/>
        </p:nvSpPr>
        <p:spPr>
          <a:xfrm>
            <a:off x="6355080" y="960120"/>
            <a:ext cx="5470855" cy="5577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n-IN" sz="1200" b="1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Reduces food waste and prevents unnecessary disposal.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Helps provide food to people in need.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Connects donors, NGOs, and volunteers efficiently.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Enables faster food collection and delivery.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Supports location-based matching and tracking.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Improves transparency through real-time updates.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Promotes community welfare and sustainability.</a:t>
            </a: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en-US" sz="115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775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57D5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788D9E-446B-08C6-1C1B-5244303CF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0124CEB-A8A4-AA1D-88FD-32EDFB45A168}"/>
              </a:ext>
            </a:extLst>
          </p:cNvPr>
          <p:cNvSpPr/>
          <p:nvPr/>
        </p:nvSpPr>
        <p:spPr>
          <a:xfrm>
            <a:off x="0" y="0"/>
            <a:ext cx="6035040" cy="6858000"/>
          </a:xfrm>
          <a:prstGeom prst="rect">
            <a:avLst/>
          </a:prstGeom>
          <a:solidFill>
            <a:srgbClr val="5D6443"/>
          </a:solidFill>
          <a:ln/>
        </p:spPr>
      </p:sp>
      <p:pic>
        <p:nvPicPr>
          <p:cNvPr id="3" name="Image 0" descr="/home/claude/assets/circle_brownie.jpg">
            <a:extLst>
              <a:ext uri="{FF2B5EF4-FFF2-40B4-BE49-F238E27FC236}">
                <a16:creationId xmlns:a16="http://schemas.microsoft.com/office/drawing/2014/main" id="{A55D36B9-DF3C-4ADC-6E04-2AE36F5A02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98379"/>
            <a:ext cx="5120640" cy="512064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C27C8C06-43BF-8FD4-1038-5483E1AF80C6}"/>
              </a:ext>
            </a:extLst>
          </p:cNvPr>
          <p:cNvSpPr/>
          <p:nvPr/>
        </p:nvSpPr>
        <p:spPr>
          <a:xfrm>
            <a:off x="6355080" y="320040"/>
            <a:ext cx="54251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u="sng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8FA35D0-BC8F-AE52-F54E-D83F9D51858F}"/>
              </a:ext>
            </a:extLst>
          </p:cNvPr>
          <p:cNvSpPr/>
          <p:nvPr/>
        </p:nvSpPr>
        <p:spPr>
          <a:xfrm>
            <a:off x="6355080" y="960120"/>
            <a:ext cx="5470855" cy="5577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0"/>
            <a:endParaRPr lang="en-IN" sz="1200" b="1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Requires a stable internet connection.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Depends on timely food pickup and delivery.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Food quality may decrease if distribution is delayed.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Limited availability of volunteers may affect delivery.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Location accuracy depends on GPS and mapping services.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Requires regular monitoring and maintenance.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en-US" sz="115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80469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757D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35040" cy="6858000"/>
          </a:xfrm>
          <a:prstGeom prst="rect">
            <a:avLst/>
          </a:prstGeom>
          <a:solidFill>
            <a:srgbClr val="5D6443"/>
          </a:solidFill>
          <a:ln/>
        </p:spPr>
      </p:sp>
      <p:pic>
        <p:nvPicPr>
          <p:cNvPr id="3" name="Image 0" descr="/home/claude/assets/circle_taco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46" y="755779"/>
            <a:ext cx="5120640" cy="5120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55080" y="502920"/>
            <a:ext cx="54251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u="sng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355080" y="1371600"/>
            <a:ext cx="5470855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Reduces food waste and prevents unnecessary disposal.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Connects food donors, NGOs, and volunteers.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Enables timely food collection and distribution.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Improves coordination through location-based matching and real-time updates.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Promotes community welfare and environmental sustainability.</a:t>
            </a: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57D5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A6BB02-518A-14E2-00B9-4108260A4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C9D8622-E682-C77E-1858-F67A14E61122}"/>
              </a:ext>
            </a:extLst>
          </p:cNvPr>
          <p:cNvSpPr/>
          <p:nvPr/>
        </p:nvSpPr>
        <p:spPr>
          <a:xfrm>
            <a:off x="0" y="0"/>
            <a:ext cx="6035040" cy="6858000"/>
          </a:xfrm>
          <a:prstGeom prst="rect">
            <a:avLst/>
          </a:prstGeom>
          <a:solidFill>
            <a:srgbClr val="5D6443"/>
          </a:solidFill>
          <a:ln/>
        </p:spPr>
      </p:sp>
      <p:pic>
        <p:nvPicPr>
          <p:cNvPr id="3" name="Image 0" descr="/home/claude/assets/circle_tacos.jpg">
            <a:extLst>
              <a:ext uri="{FF2B5EF4-FFF2-40B4-BE49-F238E27FC236}">
                <a16:creationId xmlns:a16="http://schemas.microsoft.com/office/drawing/2014/main" id="{CCF17D57-666E-0F9A-9BE6-B2798FC8FD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46" y="755779"/>
            <a:ext cx="5120640" cy="512064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3E7412B4-87D6-BC6E-7BA5-D0FF16CB8767}"/>
              </a:ext>
            </a:extLst>
          </p:cNvPr>
          <p:cNvSpPr/>
          <p:nvPr/>
        </p:nvSpPr>
        <p:spPr>
          <a:xfrm>
            <a:off x="6355080" y="502920"/>
            <a:ext cx="54251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u="sng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01429E6-B0EF-23D3-9EE9-4868795F4DF9}"/>
              </a:ext>
            </a:extLst>
          </p:cNvPr>
          <p:cNvSpPr/>
          <p:nvPr/>
        </p:nvSpPr>
        <p:spPr>
          <a:xfrm>
            <a:off x="6355080" y="1371600"/>
            <a:ext cx="5470855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a mobile application for easier access.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 AI to predict food surplus and demand.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 route optimization for faster delivery.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Expand the platform to more cities and communities.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Introduce advanced analytics to monitor food waste reduction.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Collaborate with more NGOs, restaurants, and volunteers.</a:t>
            </a:r>
          </a:p>
          <a:p>
            <a:pPr lvl="0"/>
            <a:endParaRPr lang="en-IN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93153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57D5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2FB53E-453C-AA32-B441-F5F566C7C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4C35E2E-7303-A576-D75B-47F92ECFA347}"/>
              </a:ext>
            </a:extLst>
          </p:cNvPr>
          <p:cNvSpPr/>
          <p:nvPr/>
        </p:nvSpPr>
        <p:spPr>
          <a:xfrm>
            <a:off x="0" y="0"/>
            <a:ext cx="6035040" cy="6858000"/>
          </a:xfrm>
          <a:prstGeom prst="rect">
            <a:avLst/>
          </a:prstGeom>
          <a:solidFill>
            <a:srgbClr val="5D6443"/>
          </a:solidFill>
          <a:ln/>
        </p:spPr>
      </p:sp>
      <p:pic>
        <p:nvPicPr>
          <p:cNvPr id="3" name="Image 0" descr="/home/claude/assets/circle_tacos.jpg">
            <a:extLst>
              <a:ext uri="{FF2B5EF4-FFF2-40B4-BE49-F238E27FC236}">
                <a16:creationId xmlns:a16="http://schemas.microsoft.com/office/drawing/2014/main" id="{96B018AA-6F28-C047-F198-0DEFA8FC1F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46" y="755779"/>
            <a:ext cx="5120640" cy="512064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4BF94E16-1A85-96C5-2F29-3D695706D4B4}"/>
              </a:ext>
            </a:extLst>
          </p:cNvPr>
          <p:cNvSpPr/>
          <p:nvPr/>
        </p:nvSpPr>
        <p:spPr>
          <a:xfrm>
            <a:off x="6355080" y="502920"/>
            <a:ext cx="54251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u="sng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4BF7528-D1CC-1B58-43BC-E391B638797E}"/>
              </a:ext>
            </a:extLst>
          </p:cNvPr>
          <p:cNvSpPr/>
          <p:nvPr/>
        </p:nvSpPr>
        <p:spPr>
          <a:xfrm>
            <a:off x="6355080" y="1371600"/>
            <a:ext cx="5470855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lnSpc>
                <a:spcPct val="115000"/>
              </a:lnSpc>
              <a:spcAft>
                <a:spcPts val="1200"/>
              </a:spcAft>
              <a:buSzPct val="100000"/>
            </a:pPr>
            <a:endParaRPr lang="en-US" sz="1500" dirty="0">
              <a:solidFill>
                <a:schemeClr val="bg1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Sundin et al. (2022) – Surplus Food Donation: Effectiveness, Carbon Footprint and Rebound Effect.</a:t>
            </a:r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Oroski</a:t>
            </a: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da Silva (2023) – Understanding Food Waste-Reducing Platforms: A Mini-Review.</a:t>
            </a:r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Sanyal et al. (2021) – Game Theoretic Framework for Surplus Food Distribution.</a:t>
            </a:r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Food Surplus Redistribution in the European Policy Context (2026)</a:t>
            </a:r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Systematic Review of Data-Driven Approaches to Food Waste &amp; Loss Management (2025).</a:t>
            </a:r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Michalis K. (2026) – Digital Technologies and Food Waste: Food Cloud Platform.</a:t>
            </a:r>
          </a:p>
        </p:txBody>
      </p:sp>
    </p:spTree>
    <p:extLst>
      <p:ext uri="{BB962C8B-B14F-4D97-AF65-F5344CB8AC3E}">
        <p14:creationId xmlns:p14="http://schemas.microsoft.com/office/powerpoint/2010/main" val="28308588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5D64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757D5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468880"/>
            <a:ext cx="121916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kern="0" spc="400" dirty="0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THANK YOU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3840480"/>
            <a:ext cx="12191695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1139</TotalTime>
  <Words>1615</Words>
  <Application>Microsoft Office PowerPoint</Application>
  <PresentationFormat>Widescreen</PresentationFormat>
  <Paragraphs>388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3" baseType="lpstr">
      <vt:lpstr>Arial</vt:lpstr>
      <vt:lpstr>Georgia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GOWRI RAJESH</cp:lastModifiedBy>
  <cp:revision>14</cp:revision>
  <dcterms:created xsi:type="dcterms:W3CDTF">2026-07-30T09:03:28Z</dcterms:created>
  <dcterms:modified xsi:type="dcterms:W3CDTF">2026-10-23T00:37:03Z</dcterms:modified>
</cp:coreProperties>
</file>